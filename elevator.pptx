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00"/>
    <p:restoredTop sz="94659"/>
  </p:normalViewPr>
  <p:slideViewPr>
    <p:cSldViewPr snapToGrid="0">
      <p:cViewPr>
        <p:scale>
          <a:sx n="88" d="100"/>
          <a:sy n="88" d="100"/>
        </p:scale>
        <p:origin x="1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E26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B1E26"/>
                </a:solidFill>
                <a:latin typeface="Calibri"/>
              </a:rPr>
              <a:t>Average time per passenger (ticks)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Nearest-Car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E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Wait</c:v>
                </c:pt>
                <c:pt idx="1">
                  <c:v>Travel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14.1</c:v>
                </c:pt>
                <c:pt idx="1">
                  <c:v>26.5</c:v>
                </c:pt>
                <c:pt idx="2">
                  <c:v>40.6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70-AD49-9496-DBCD2C74F9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Round-Robin</c:v>
                </c:pt>
              </c:strCache>
            </c:strRef>
          </c:tx>
          <c:spPr>
            <a:solidFill>
              <a:schemeClr val="tx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E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Wait</c:v>
                </c:pt>
                <c:pt idx="1">
                  <c:v>Travel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24.5</c:v>
                </c:pt>
                <c:pt idx="1">
                  <c:v>34.1</c:v>
                </c:pt>
                <c:pt idx="2">
                  <c:v>58.6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70-AD49-9496-DBCD2C74F9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Elevator 0</c:v>
                </c:pt>
              </c:strCache>
            </c:strRef>
          </c:tx>
          <c:spPr>
            <a:ln w="28575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51</c:v>
                </c:pt>
                <c:pt idx="14">
                  <c:v>51</c:v>
                </c:pt>
                <c:pt idx="15">
                  <c:v>51</c:v>
                </c:pt>
                <c:pt idx="16">
                  <c:v>51</c:v>
                </c:pt>
                <c:pt idx="17">
                  <c:v>51</c:v>
                </c:pt>
                <c:pt idx="18">
                  <c:v>51</c:v>
                </c:pt>
                <c:pt idx="19">
                  <c:v>51</c:v>
                </c:pt>
                <c:pt idx="20">
                  <c:v>51</c:v>
                </c:pt>
                <c:pt idx="21">
                  <c:v>51</c:v>
                </c:pt>
                <c:pt idx="22">
                  <c:v>51</c:v>
                </c:pt>
                <c:pt idx="23">
                  <c:v>51</c:v>
                </c:pt>
                <c:pt idx="24">
                  <c:v>51</c:v>
                </c:pt>
                <c:pt idx="25">
                  <c:v>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33-AA4A-A5B4-D3BD29279C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Elevator 1</c:v>
                </c:pt>
              </c:strCache>
            </c:strRef>
          </c:tx>
          <c:spPr>
            <a:ln w="28575" cap="flat">
              <a:solidFill>
                <a:schemeClr val="tx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tx1"/>
              </a:solidFill>
              <a:ln w="9525" cap="flat">
                <a:solidFill>
                  <a:schemeClr val="tx1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49</c:v>
                </c:pt>
                <c:pt idx="14">
                  <c:v>45</c:v>
                </c:pt>
                <c:pt idx="15">
                  <c:v>41</c:v>
                </c:pt>
                <c:pt idx="16">
                  <c:v>37</c:v>
                </c:pt>
                <c:pt idx="17">
                  <c:v>33</c:v>
                </c:pt>
                <c:pt idx="18">
                  <c:v>29</c:v>
                </c:pt>
                <c:pt idx="19">
                  <c:v>25</c:v>
                </c:pt>
                <c:pt idx="20">
                  <c:v>21</c:v>
                </c:pt>
                <c:pt idx="21">
                  <c:v>17</c:v>
                </c:pt>
                <c:pt idx="22">
                  <c:v>13</c:v>
                </c:pt>
                <c:pt idx="23">
                  <c:v>9</c:v>
                </c:pt>
                <c:pt idx="24">
                  <c:v>5</c:v>
                </c:pt>
                <c:pt idx="2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33-AA4A-A5B4-D3BD29279C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Elevator 2</c:v>
                </c:pt>
              </c:strCache>
            </c:strRef>
          </c:tx>
          <c:spPr>
            <a:ln w="28575" cap="flat">
              <a:solidFill>
                <a:srgbClr val="8B93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93A3"/>
              </a:solidFill>
              <a:ln w="9525" cap="flat">
                <a:solidFill>
                  <a:srgbClr val="8B93A3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5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21</c:v>
                </c:pt>
                <c:pt idx="9">
                  <c:v>25</c:v>
                </c:pt>
                <c:pt idx="10">
                  <c:v>29</c:v>
                </c:pt>
                <c:pt idx="11">
                  <c:v>33</c:v>
                </c:pt>
                <c:pt idx="12">
                  <c:v>37</c:v>
                </c:pt>
                <c:pt idx="13">
                  <c:v>41</c:v>
                </c:pt>
                <c:pt idx="14">
                  <c:v>45</c:v>
                </c:pt>
                <c:pt idx="15">
                  <c:v>49</c:v>
                </c:pt>
                <c:pt idx="16">
                  <c:v>53</c:v>
                </c:pt>
                <c:pt idx="17">
                  <c:v>57</c:v>
                </c:pt>
                <c:pt idx="18">
                  <c:v>60</c:v>
                </c:pt>
                <c:pt idx="19">
                  <c:v>60</c:v>
                </c:pt>
                <c:pt idx="20">
                  <c:v>60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033-AA4A-A5B4-D3BD29279C1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Elevator 3</c:v>
                </c:pt>
              </c:strCache>
            </c:strRef>
          </c:tx>
          <c:spPr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7</c:v>
                </c:pt>
                <c:pt idx="5">
                  <c:v>11</c:v>
                </c:pt>
                <c:pt idx="6">
                  <c:v>15</c:v>
                </c:pt>
                <c:pt idx="7">
                  <c:v>19</c:v>
                </c:pt>
                <c:pt idx="8">
                  <c:v>23</c:v>
                </c:pt>
                <c:pt idx="9">
                  <c:v>23</c:v>
                </c:pt>
                <c:pt idx="10">
                  <c:v>19</c:v>
                </c:pt>
                <c:pt idx="11">
                  <c:v>15</c:v>
                </c:pt>
                <c:pt idx="12">
                  <c:v>11</c:v>
                </c:pt>
                <c:pt idx="13">
                  <c:v>7</c:v>
                </c:pt>
                <c:pt idx="14">
                  <c:v>3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033-AA4A-A5B4-D3BD29279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478"/>
                    </a:solidFill>
                    <a:latin typeface="Arial"/>
                  </a:rPr>
                  <a:t>Tick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478"/>
                    </a:solidFill>
                    <a:latin typeface="Arial"/>
                  </a:rPr>
                  <a:t>Floor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FEAE8A-7D20-8849-A82C-4C49F6204934}" type="doc">
      <dgm:prSet loTypeId="urn:microsoft.com/office/officeart/2005/8/layout/vList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5158DE-B233-404F-90E5-0DFBFA0B394C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Multi-elevator building</a:t>
          </a:r>
        </a:p>
      </dgm:t>
    </dgm:pt>
    <dgm:pt modelId="{0124236A-8B0B-E245-8C4A-277D6620699D}" type="parTrans" cxnId="{37FD7E38-AA3D-E24A-B0C6-292B6305F675}">
      <dgm:prSet/>
      <dgm:spPr/>
      <dgm:t>
        <a:bodyPr/>
        <a:lstStyle/>
        <a:p>
          <a:endParaRPr lang="en-US"/>
        </a:p>
      </dgm:t>
    </dgm:pt>
    <dgm:pt modelId="{A5A93B43-C4D7-D545-B7E7-6D5B4A687AEC}" type="sibTrans" cxnId="{37FD7E38-AA3D-E24A-B0C6-292B6305F675}">
      <dgm:prSet/>
      <dgm:spPr/>
      <dgm:t>
        <a:bodyPr/>
        <a:lstStyle/>
        <a:p>
          <a:endParaRPr lang="en-US"/>
        </a:p>
      </dgm:t>
    </dgm:pt>
    <dgm:pt modelId="{AE5524F0-F172-DF43-91B5-82FAB96C211A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Configure elevator count, floor count, per-car capacity</a:t>
          </a:r>
        </a:p>
      </dgm:t>
    </dgm:pt>
    <dgm:pt modelId="{8454FE32-34BE-BC4A-A3EC-51218EA8D227}" type="parTrans" cxnId="{02E582D4-6BEB-A341-AD2F-4EF00F4056B9}">
      <dgm:prSet/>
      <dgm:spPr/>
      <dgm:t>
        <a:bodyPr/>
        <a:lstStyle/>
        <a:p>
          <a:endParaRPr lang="en-US"/>
        </a:p>
      </dgm:t>
    </dgm:pt>
    <dgm:pt modelId="{FD9713C0-FF69-A145-B92B-5934E26A29C5}" type="sibTrans" cxnId="{02E582D4-6BEB-A341-AD2F-4EF00F4056B9}">
      <dgm:prSet/>
      <dgm:spPr/>
      <dgm:t>
        <a:bodyPr/>
        <a:lstStyle/>
        <a:p>
          <a:endParaRPr lang="en-US"/>
        </a:p>
      </dgm:t>
    </dgm:pt>
    <dgm:pt modelId="{453582CA-61C8-F040-B106-2A16292A251C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Timed requests</a:t>
          </a:r>
        </a:p>
      </dgm:t>
    </dgm:pt>
    <dgm:pt modelId="{12BFE053-0245-8D42-9E27-0B1949CE6D80}" type="parTrans" cxnId="{8FFA8046-1B62-7545-B161-275CDB92D5B8}">
      <dgm:prSet/>
      <dgm:spPr/>
      <dgm:t>
        <a:bodyPr/>
        <a:lstStyle/>
        <a:p>
          <a:endParaRPr lang="en-US"/>
        </a:p>
      </dgm:t>
    </dgm:pt>
    <dgm:pt modelId="{2FCD8A46-6F7F-7A41-8E42-7FC6162F58AB}" type="sibTrans" cxnId="{8FFA8046-1B62-7545-B161-275CDB92D5B8}">
      <dgm:prSet/>
      <dgm:spPr/>
      <dgm:t>
        <a:bodyPr/>
        <a:lstStyle/>
        <a:p>
          <a:endParaRPr lang="en-US"/>
        </a:p>
      </dgm:t>
    </dgm:pt>
    <dgm:pt modelId="{EAD910CD-3A04-5445-9EB8-4F83D6A9364C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Every passenger specifies an origin, destination, and exact time (tick) they appear</a:t>
          </a:r>
        </a:p>
      </dgm:t>
    </dgm:pt>
    <dgm:pt modelId="{2774269B-291B-B040-AC4C-D97B735CB01B}" type="parTrans" cxnId="{9CB6A031-B1D0-7F4C-B8F9-D641FE1DF8CF}">
      <dgm:prSet/>
      <dgm:spPr/>
      <dgm:t>
        <a:bodyPr/>
        <a:lstStyle/>
        <a:p>
          <a:endParaRPr lang="en-US"/>
        </a:p>
      </dgm:t>
    </dgm:pt>
    <dgm:pt modelId="{C581F4F3-0126-E148-8A75-5826BDEDAD57}" type="sibTrans" cxnId="{9CB6A031-B1D0-7F4C-B8F9-D641FE1DF8CF}">
      <dgm:prSet/>
      <dgm:spPr/>
      <dgm:t>
        <a:bodyPr/>
        <a:lstStyle/>
        <a:p>
          <a:endParaRPr lang="en-US"/>
        </a:p>
      </dgm:t>
    </dgm:pt>
    <dgm:pt modelId="{1179794E-4383-E74D-A79F-6A20601AF122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Destination dispatch</a:t>
          </a:r>
        </a:p>
      </dgm:t>
    </dgm:pt>
    <dgm:pt modelId="{46C6DC41-5A46-F343-A8A5-91142F6FB69F}" type="parTrans" cxnId="{48724085-BC34-4B4D-B46C-AB0B3025F404}">
      <dgm:prSet/>
      <dgm:spPr/>
      <dgm:t>
        <a:bodyPr/>
        <a:lstStyle/>
        <a:p>
          <a:endParaRPr lang="en-US"/>
        </a:p>
      </dgm:t>
    </dgm:pt>
    <dgm:pt modelId="{04A0AF0D-C151-B043-AD70-01FB9416EEFC}" type="sibTrans" cxnId="{48724085-BC34-4B4D-B46C-AB0B3025F404}">
      <dgm:prSet/>
      <dgm:spPr/>
      <dgm:t>
        <a:bodyPr/>
        <a:lstStyle/>
        <a:p>
          <a:endParaRPr lang="en-US"/>
        </a:p>
      </dgm:t>
    </dgm:pt>
    <dgm:pt modelId="{E34689F6-FAAF-4E4C-890E-FAF941E4AA32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Each request is assigned straight to a specific car, not a shared hallway button</a:t>
          </a:r>
        </a:p>
      </dgm:t>
    </dgm:pt>
    <dgm:pt modelId="{92645B82-41A4-424B-B6F8-14E93FDF0DDE}" type="parTrans" cxnId="{57E4D7B4-5E93-2F4E-8928-3097F4A434BC}">
      <dgm:prSet/>
      <dgm:spPr/>
      <dgm:t>
        <a:bodyPr/>
        <a:lstStyle/>
        <a:p>
          <a:endParaRPr lang="en-US"/>
        </a:p>
      </dgm:t>
    </dgm:pt>
    <dgm:pt modelId="{326D6F8F-B3C1-7147-A2A4-46AE7F751A57}" type="sibTrans" cxnId="{57E4D7B4-5E93-2F4E-8928-3097F4A434BC}">
      <dgm:prSet/>
      <dgm:spPr/>
      <dgm:t>
        <a:bodyPr/>
        <a:lstStyle/>
        <a:p>
          <a:endParaRPr lang="en-US"/>
        </a:p>
      </dgm:t>
    </dgm:pt>
    <dgm:pt modelId="{1D2B1906-1461-4C4E-8351-05622F3CD46D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 lookahead</a:t>
          </a:r>
        </a:p>
      </dgm:t>
    </dgm:pt>
    <dgm:pt modelId="{0DC59501-EB02-9D4D-B0A4-8FFE9A46E958}" type="parTrans" cxnId="{FBBC024B-DE66-1448-9F78-9448FB79D476}">
      <dgm:prSet/>
      <dgm:spPr/>
      <dgm:t>
        <a:bodyPr/>
        <a:lstStyle/>
        <a:p>
          <a:endParaRPr lang="en-US"/>
        </a:p>
      </dgm:t>
    </dgm:pt>
    <dgm:pt modelId="{F4818DFF-AE86-494A-B244-9A32FC573CCB}" type="sibTrans" cxnId="{FBBC024B-DE66-1448-9F78-9448FB79D476}">
      <dgm:prSet/>
      <dgm:spPr/>
      <dgm:t>
        <a:bodyPr/>
        <a:lstStyle/>
        <a:p>
          <a:endParaRPr lang="en-US"/>
        </a:p>
      </dgm:t>
    </dgm:pt>
    <dgm:pt modelId="{E0BEBACE-F475-4848-A4F8-C2D02A7282AD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 scheduler only sees requests that have been released</a:t>
          </a:r>
        </a:p>
      </dgm:t>
    </dgm:pt>
    <dgm:pt modelId="{90AFA1F0-784E-3C46-97D4-398091911C82}" type="parTrans" cxnId="{21281211-5857-EF40-B040-D8464E302CDF}">
      <dgm:prSet/>
      <dgm:spPr/>
      <dgm:t>
        <a:bodyPr/>
        <a:lstStyle/>
        <a:p>
          <a:endParaRPr lang="en-US"/>
        </a:p>
      </dgm:t>
    </dgm:pt>
    <dgm:pt modelId="{F480C0E0-7C53-C440-9EA9-02BACE7F5E4D}" type="sibTrans" cxnId="{21281211-5857-EF40-B040-D8464E302CDF}">
      <dgm:prSet/>
      <dgm:spPr/>
      <dgm:t>
        <a:bodyPr/>
        <a:lstStyle/>
        <a:p>
          <a:endParaRPr lang="en-US"/>
        </a:p>
      </dgm:t>
    </dgm:pt>
    <dgm:pt modelId="{5976BF9B-85D6-CA4E-A893-016A28BAF2F7}" type="pres">
      <dgm:prSet presAssocID="{E3FEAE8A-7D20-8849-A82C-4C49F6204934}" presName="linear" presStyleCnt="0">
        <dgm:presLayoutVars>
          <dgm:dir/>
          <dgm:resizeHandles val="exact"/>
        </dgm:presLayoutVars>
      </dgm:prSet>
      <dgm:spPr/>
    </dgm:pt>
    <dgm:pt modelId="{E3AAE834-95D7-7D41-93D4-B5452998C106}" type="pres">
      <dgm:prSet presAssocID="{B75158DE-B233-404F-90E5-0DFBFA0B394C}" presName="comp" presStyleCnt="0"/>
      <dgm:spPr/>
    </dgm:pt>
    <dgm:pt modelId="{94A91B74-6133-E448-9661-31A0087C044F}" type="pres">
      <dgm:prSet presAssocID="{B75158DE-B233-404F-90E5-0DFBFA0B394C}" presName="box" presStyleLbl="node1" presStyleIdx="0" presStyleCnt="4"/>
      <dgm:spPr/>
    </dgm:pt>
    <dgm:pt modelId="{6B348927-2E3E-5244-AAA9-5951A8D90EC3}" type="pres">
      <dgm:prSet presAssocID="{B75158DE-B233-404F-90E5-0DFBFA0B394C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1000" b="-81000"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E9A75FF9-7BAE-4A4D-A2BC-3ECE08DA5D6A}" type="pres">
      <dgm:prSet presAssocID="{B75158DE-B233-404F-90E5-0DFBFA0B394C}" presName="text" presStyleLbl="node1" presStyleIdx="0" presStyleCnt="4">
        <dgm:presLayoutVars>
          <dgm:bulletEnabled val="1"/>
        </dgm:presLayoutVars>
      </dgm:prSet>
      <dgm:spPr/>
    </dgm:pt>
    <dgm:pt modelId="{7D548059-CEEC-664E-89CE-8BC1E23A8DAA}" type="pres">
      <dgm:prSet presAssocID="{A5A93B43-C4D7-D545-B7E7-6D5B4A687AEC}" presName="spacer" presStyleCnt="0"/>
      <dgm:spPr/>
    </dgm:pt>
    <dgm:pt modelId="{2FCAABB8-7074-5845-A26C-8D92A2C97212}" type="pres">
      <dgm:prSet presAssocID="{453582CA-61C8-F040-B106-2A16292A251C}" presName="comp" presStyleCnt="0"/>
      <dgm:spPr/>
    </dgm:pt>
    <dgm:pt modelId="{02F38A1D-11C6-274F-B88D-3992220CE97D}" type="pres">
      <dgm:prSet presAssocID="{453582CA-61C8-F040-B106-2A16292A251C}" presName="box" presStyleLbl="node1" presStyleIdx="1" presStyleCnt="4"/>
      <dgm:spPr/>
    </dgm:pt>
    <dgm:pt modelId="{8150AC55-FA5B-3B48-8AEE-F1675D6CB558}" type="pres">
      <dgm:prSet presAssocID="{453582CA-61C8-F040-B106-2A16292A251C}" presName="img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81000" b="-81000"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0A1AE5F-84D8-E247-B458-0D7111C9AC32}" type="pres">
      <dgm:prSet presAssocID="{453582CA-61C8-F040-B106-2A16292A251C}" presName="text" presStyleLbl="node1" presStyleIdx="1" presStyleCnt="4">
        <dgm:presLayoutVars>
          <dgm:bulletEnabled val="1"/>
        </dgm:presLayoutVars>
      </dgm:prSet>
      <dgm:spPr/>
    </dgm:pt>
    <dgm:pt modelId="{DF529DBC-AB8B-BF4F-9517-DDD64713FABE}" type="pres">
      <dgm:prSet presAssocID="{2FCD8A46-6F7F-7A41-8E42-7FC6162F58AB}" presName="spacer" presStyleCnt="0"/>
      <dgm:spPr/>
    </dgm:pt>
    <dgm:pt modelId="{5D9DF150-F44C-2542-AF69-AE3497DE26C4}" type="pres">
      <dgm:prSet presAssocID="{1179794E-4383-E74D-A79F-6A20601AF122}" presName="comp" presStyleCnt="0"/>
      <dgm:spPr/>
    </dgm:pt>
    <dgm:pt modelId="{2519C874-56A2-A541-8FE1-4091C60D22CA}" type="pres">
      <dgm:prSet presAssocID="{1179794E-4383-E74D-A79F-6A20601AF122}" presName="box" presStyleLbl="node1" presStyleIdx="2" presStyleCnt="4"/>
      <dgm:spPr/>
    </dgm:pt>
    <dgm:pt modelId="{B99D021F-2400-2E4E-AE6D-B91B7B6F3498}" type="pres">
      <dgm:prSet presAssocID="{1179794E-4383-E74D-A79F-6A20601AF122}" presName="img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81000" b="-81000"/>
          </a:stretch>
        </a:blipFill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33C95F29-7E40-2541-8E39-161A04758D12}" type="pres">
      <dgm:prSet presAssocID="{1179794E-4383-E74D-A79F-6A20601AF122}" presName="text" presStyleLbl="node1" presStyleIdx="2" presStyleCnt="4">
        <dgm:presLayoutVars>
          <dgm:bulletEnabled val="1"/>
        </dgm:presLayoutVars>
      </dgm:prSet>
      <dgm:spPr/>
    </dgm:pt>
    <dgm:pt modelId="{E8260A48-BD9B-2E46-88D6-A637B0B51F47}" type="pres">
      <dgm:prSet presAssocID="{04A0AF0D-C151-B043-AD70-01FB9416EEFC}" presName="spacer" presStyleCnt="0"/>
      <dgm:spPr/>
    </dgm:pt>
    <dgm:pt modelId="{36C942F9-8906-1C4E-A3A1-1DCA41EE8104}" type="pres">
      <dgm:prSet presAssocID="{1D2B1906-1461-4C4E-8351-05622F3CD46D}" presName="comp" presStyleCnt="0"/>
      <dgm:spPr/>
    </dgm:pt>
    <dgm:pt modelId="{8FE0F29B-A55E-0A48-96A7-A450C5252065}" type="pres">
      <dgm:prSet presAssocID="{1D2B1906-1461-4C4E-8351-05622F3CD46D}" presName="box" presStyleLbl="node1" presStyleIdx="3" presStyleCnt="4"/>
      <dgm:spPr/>
    </dgm:pt>
    <dgm:pt modelId="{20EDE824-419B-9C4B-90C6-2C015754F1A8}" type="pres">
      <dgm:prSet presAssocID="{1D2B1906-1461-4C4E-8351-05622F3CD46D}" presName="img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81000" b="-81000"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BAFF62D8-6E5D-CA40-A97E-3B71A1C8F43B}" type="pres">
      <dgm:prSet presAssocID="{1D2B1906-1461-4C4E-8351-05622F3CD46D}" presName="text" presStyleLbl="node1" presStyleIdx="3" presStyleCnt="4">
        <dgm:presLayoutVars>
          <dgm:bulletEnabled val="1"/>
        </dgm:presLayoutVars>
      </dgm:prSet>
      <dgm:spPr/>
    </dgm:pt>
  </dgm:ptLst>
  <dgm:cxnLst>
    <dgm:cxn modelId="{21281211-5857-EF40-B040-D8464E302CDF}" srcId="{1D2B1906-1461-4C4E-8351-05622F3CD46D}" destId="{E0BEBACE-F475-4848-A4F8-C2D02A7282AD}" srcOrd="0" destOrd="0" parTransId="{90AFA1F0-784E-3C46-97D4-398091911C82}" sibTransId="{F480C0E0-7C53-C440-9EA9-02BACE7F5E4D}"/>
    <dgm:cxn modelId="{60AE4316-8BA1-4E49-B145-078F052796E4}" type="presOf" srcId="{E3FEAE8A-7D20-8849-A82C-4C49F6204934}" destId="{5976BF9B-85D6-CA4E-A893-016A28BAF2F7}" srcOrd="0" destOrd="0" presId="urn:microsoft.com/office/officeart/2005/8/layout/vList4"/>
    <dgm:cxn modelId="{DFD0582E-160E-FE40-AA9E-0408DFF2B3C7}" type="presOf" srcId="{1D2B1906-1461-4C4E-8351-05622F3CD46D}" destId="{BAFF62D8-6E5D-CA40-A97E-3B71A1C8F43B}" srcOrd="1" destOrd="0" presId="urn:microsoft.com/office/officeart/2005/8/layout/vList4"/>
    <dgm:cxn modelId="{9CB6A031-B1D0-7F4C-B8F9-D641FE1DF8CF}" srcId="{453582CA-61C8-F040-B106-2A16292A251C}" destId="{EAD910CD-3A04-5445-9EB8-4F83D6A9364C}" srcOrd="0" destOrd="0" parTransId="{2774269B-291B-B040-AC4C-D97B735CB01B}" sibTransId="{C581F4F3-0126-E148-8A75-5826BDEDAD57}"/>
    <dgm:cxn modelId="{F6148132-A3E9-194F-8162-5768D6161077}" type="presOf" srcId="{B75158DE-B233-404F-90E5-0DFBFA0B394C}" destId="{E9A75FF9-7BAE-4A4D-A2BC-3ECE08DA5D6A}" srcOrd="1" destOrd="0" presId="urn:microsoft.com/office/officeart/2005/8/layout/vList4"/>
    <dgm:cxn modelId="{8CEB5636-4C92-0B49-8265-81B9F9D6A5B7}" type="presOf" srcId="{E0BEBACE-F475-4848-A4F8-C2D02A7282AD}" destId="{BAFF62D8-6E5D-CA40-A97E-3B71A1C8F43B}" srcOrd="1" destOrd="1" presId="urn:microsoft.com/office/officeart/2005/8/layout/vList4"/>
    <dgm:cxn modelId="{37FD7E38-AA3D-E24A-B0C6-292B6305F675}" srcId="{E3FEAE8A-7D20-8849-A82C-4C49F6204934}" destId="{B75158DE-B233-404F-90E5-0DFBFA0B394C}" srcOrd="0" destOrd="0" parTransId="{0124236A-8B0B-E245-8C4A-277D6620699D}" sibTransId="{A5A93B43-C4D7-D545-B7E7-6D5B4A687AEC}"/>
    <dgm:cxn modelId="{D3E66346-122E-0047-B4B6-B1A291161367}" type="presOf" srcId="{B75158DE-B233-404F-90E5-0DFBFA0B394C}" destId="{94A91B74-6133-E448-9661-31A0087C044F}" srcOrd="0" destOrd="0" presId="urn:microsoft.com/office/officeart/2005/8/layout/vList4"/>
    <dgm:cxn modelId="{8FFA8046-1B62-7545-B161-275CDB92D5B8}" srcId="{E3FEAE8A-7D20-8849-A82C-4C49F6204934}" destId="{453582CA-61C8-F040-B106-2A16292A251C}" srcOrd="1" destOrd="0" parTransId="{12BFE053-0245-8D42-9E27-0B1949CE6D80}" sibTransId="{2FCD8A46-6F7F-7A41-8E42-7FC6162F58AB}"/>
    <dgm:cxn modelId="{FBBC024B-DE66-1448-9F78-9448FB79D476}" srcId="{E3FEAE8A-7D20-8849-A82C-4C49F6204934}" destId="{1D2B1906-1461-4C4E-8351-05622F3CD46D}" srcOrd="3" destOrd="0" parTransId="{0DC59501-EB02-9D4D-B0A4-8FFE9A46E958}" sibTransId="{F4818DFF-AE86-494A-B244-9A32FC573CCB}"/>
    <dgm:cxn modelId="{3B2AD252-60AE-CC4E-9B98-19CC2F0467C2}" type="presOf" srcId="{EAD910CD-3A04-5445-9EB8-4F83D6A9364C}" destId="{02F38A1D-11C6-274F-B88D-3992220CE97D}" srcOrd="0" destOrd="1" presId="urn:microsoft.com/office/officeart/2005/8/layout/vList4"/>
    <dgm:cxn modelId="{48724085-BC34-4B4D-B46C-AB0B3025F404}" srcId="{E3FEAE8A-7D20-8849-A82C-4C49F6204934}" destId="{1179794E-4383-E74D-A79F-6A20601AF122}" srcOrd="2" destOrd="0" parTransId="{46C6DC41-5A46-F343-A8A5-91142F6FB69F}" sibTransId="{04A0AF0D-C151-B043-AD70-01FB9416EEFC}"/>
    <dgm:cxn modelId="{235B229F-0BBD-DA40-9945-617E7479B7B6}" type="presOf" srcId="{453582CA-61C8-F040-B106-2A16292A251C}" destId="{02F38A1D-11C6-274F-B88D-3992220CE97D}" srcOrd="0" destOrd="0" presId="urn:microsoft.com/office/officeart/2005/8/layout/vList4"/>
    <dgm:cxn modelId="{0D73AAA1-3593-154D-8BD5-59977607E409}" type="presOf" srcId="{E34689F6-FAAF-4E4C-890E-FAF941E4AA32}" destId="{33C95F29-7E40-2541-8E39-161A04758D12}" srcOrd="1" destOrd="1" presId="urn:microsoft.com/office/officeart/2005/8/layout/vList4"/>
    <dgm:cxn modelId="{A766DBAF-76D9-FA4B-85D0-7F8FC88EB5E9}" type="presOf" srcId="{1D2B1906-1461-4C4E-8351-05622F3CD46D}" destId="{8FE0F29B-A55E-0A48-96A7-A450C5252065}" srcOrd="0" destOrd="0" presId="urn:microsoft.com/office/officeart/2005/8/layout/vList4"/>
    <dgm:cxn modelId="{8FEF09B0-1933-A940-8DAE-E238CBAE437A}" type="presOf" srcId="{AE5524F0-F172-DF43-91B5-82FAB96C211A}" destId="{94A91B74-6133-E448-9661-31A0087C044F}" srcOrd="0" destOrd="1" presId="urn:microsoft.com/office/officeart/2005/8/layout/vList4"/>
    <dgm:cxn modelId="{57E4D7B4-5E93-2F4E-8928-3097F4A434BC}" srcId="{1179794E-4383-E74D-A79F-6A20601AF122}" destId="{E34689F6-FAAF-4E4C-890E-FAF941E4AA32}" srcOrd="0" destOrd="0" parTransId="{92645B82-41A4-424B-B6F8-14E93FDF0DDE}" sibTransId="{326D6F8F-B3C1-7147-A2A4-46AE7F751A57}"/>
    <dgm:cxn modelId="{D78650B9-E325-0547-AC28-A2FE1162C171}" type="presOf" srcId="{453582CA-61C8-F040-B106-2A16292A251C}" destId="{40A1AE5F-84D8-E247-B458-0D7111C9AC32}" srcOrd="1" destOrd="0" presId="urn:microsoft.com/office/officeart/2005/8/layout/vList4"/>
    <dgm:cxn modelId="{1B6E90B9-36E9-A84E-B830-CEA117CEFE47}" type="presOf" srcId="{EAD910CD-3A04-5445-9EB8-4F83D6A9364C}" destId="{40A1AE5F-84D8-E247-B458-0D7111C9AC32}" srcOrd="1" destOrd="1" presId="urn:microsoft.com/office/officeart/2005/8/layout/vList4"/>
    <dgm:cxn modelId="{904BE1BC-274E-8A45-B991-0B4CE5F36542}" type="presOf" srcId="{E0BEBACE-F475-4848-A4F8-C2D02A7282AD}" destId="{8FE0F29B-A55E-0A48-96A7-A450C5252065}" srcOrd="0" destOrd="1" presId="urn:microsoft.com/office/officeart/2005/8/layout/vList4"/>
    <dgm:cxn modelId="{A6D739CD-BA4D-F341-B143-6690E06B58D3}" type="presOf" srcId="{AE5524F0-F172-DF43-91B5-82FAB96C211A}" destId="{E9A75FF9-7BAE-4A4D-A2BC-3ECE08DA5D6A}" srcOrd="1" destOrd="1" presId="urn:microsoft.com/office/officeart/2005/8/layout/vList4"/>
    <dgm:cxn modelId="{02E582D4-6BEB-A341-AD2F-4EF00F4056B9}" srcId="{B75158DE-B233-404F-90E5-0DFBFA0B394C}" destId="{AE5524F0-F172-DF43-91B5-82FAB96C211A}" srcOrd="0" destOrd="0" parTransId="{8454FE32-34BE-BC4A-A3EC-51218EA8D227}" sibTransId="{FD9713C0-FF69-A145-B92B-5934E26A29C5}"/>
    <dgm:cxn modelId="{872ED8DE-EFFF-8845-9AC2-64926738600A}" type="presOf" srcId="{1179794E-4383-E74D-A79F-6A20601AF122}" destId="{2519C874-56A2-A541-8FE1-4091C60D22CA}" srcOrd="0" destOrd="0" presId="urn:microsoft.com/office/officeart/2005/8/layout/vList4"/>
    <dgm:cxn modelId="{286A4BEB-93D9-6445-BB02-AA11EA0EE252}" type="presOf" srcId="{1179794E-4383-E74D-A79F-6A20601AF122}" destId="{33C95F29-7E40-2541-8E39-161A04758D12}" srcOrd="1" destOrd="0" presId="urn:microsoft.com/office/officeart/2005/8/layout/vList4"/>
    <dgm:cxn modelId="{DA6FABF6-45F7-A04B-A62E-536A2C6D04A2}" type="presOf" srcId="{E34689F6-FAAF-4E4C-890E-FAF941E4AA32}" destId="{2519C874-56A2-A541-8FE1-4091C60D22CA}" srcOrd="0" destOrd="1" presId="urn:microsoft.com/office/officeart/2005/8/layout/vList4"/>
    <dgm:cxn modelId="{A2911F16-7057-0349-B8A9-346690487FCD}" type="presParOf" srcId="{5976BF9B-85D6-CA4E-A893-016A28BAF2F7}" destId="{E3AAE834-95D7-7D41-93D4-B5452998C106}" srcOrd="0" destOrd="0" presId="urn:microsoft.com/office/officeart/2005/8/layout/vList4"/>
    <dgm:cxn modelId="{688499F0-C783-E446-9527-F56257D90541}" type="presParOf" srcId="{E3AAE834-95D7-7D41-93D4-B5452998C106}" destId="{94A91B74-6133-E448-9661-31A0087C044F}" srcOrd="0" destOrd="0" presId="urn:microsoft.com/office/officeart/2005/8/layout/vList4"/>
    <dgm:cxn modelId="{3A0E91E5-BE87-AB41-9155-10DD16115C98}" type="presParOf" srcId="{E3AAE834-95D7-7D41-93D4-B5452998C106}" destId="{6B348927-2E3E-5244-AAA9-5951A8D90EC3}" srcOrd="1" destOrd="0" presId="urn:microsoft.com/office/officeart/2005/8/layout/vList4"/>
    <dgm:cxn modelId="{781B8768-0FEB-6044-BF94-1F9F1AEF5684}" type="presParOf" srcId="{E3AAE834-95D7-7D41-93D4-B5452998C106}" destId="{E9A75FF9-7BAE-4A4D-A2BC-3ECE08DA5D6A}" srcOrd="2" destOrd="0" presId="urn:microsoft.com/office/officeart/2005/8/layout/vList4"/>
    <dgm:cxn modelId="{3D1383A7-6A95-DA41-BD68-5341E096EC5C}" type="presParOf" srcId="{5976BF9B-85D6-CA4E-A893-016A28BAF2F7}" destId="{7D548059-CEEC-664E-89CE-8BC1E23A8DAA}" srcOrd="1" destOrd="0" presId="urn:microsoft.com/office/officeart/2005/8/layout/vList4"/>
    <dgm:cxn modelId="{FA505424-E85D-6C43-A1F0-6B21D7396011}" type="presParOf" srcId="{5976BF9B-85D6-CA4E-A893-016A28BAF2F7}" destId="{2FCAABB8-7074-5845-A26C-8D92A2C97212}" srcOrd="2" destOrd="0" presId="urn:microsoft.com/office/officeart/2005/8/layout/vList4"/>
    <dgm:cxn modelId="{AE85B0F1-3977-2147-A0B0-746F345A1BD8}" type="presParOf" srcId="{2FCAABB8-7074-5845-A26C-8D92A2C97212}" destId="{02F38A1D-11C6-274F-B88D-3992220CE97D}" srcOrd="0" destOrd="0" presId="urn:microsoft.com/office/officeart/2005/8/layout/vList4"/>
    <dgm:cxn modelId="{2E662110-5550-0447-854C-3575D159FA4C}" type="presParOf" srcId="{2FCAABB8-7074-5845-A26C-8D92A2C97212}" destId="{8150AC55-FA5B-3B48-8AEE-F1675D6CB558}" srcOrd="1" destOrd="0" presId="urn:microsoft.com/office/officeart/2005/8/layout/vList4"/>
    <dgm:cxn modelId="{29FFECE3-03A3-5045-B852-6B6D296690A3}" type="presParOf" srcId="{2FCAABB8-7074-5845-A26C-8D92A2C97212}" destId="{40A1AE5F-84D8-E247-B458-0D7111C9AC32}" srcOrd="2" destOrd="0" presId="urn:microsoft.com/office/officeart/2005/8/layout/vList4"/>
    <dgm:cxn modelId="{0357CB3C-9C83-C54B-8EC5-52EEDDF00088}" type="presParOf" srcId="{5976BF9B-85D6-CA4E-A893-016A28BAF2F7}" destId="{DF529DBC-AB8B-BF4F-9517-DDD64713FABE}" srcOrd="3" destOrd="0" presId="urn:microsoft.com/office/officeart/2005/8/layout/vList4"/>
    <dgm:cxn modelId="{90F4639A-6725-1744-A3B2-71DDFAB55504}" type="presParOf" srcId="{5976BF9B-85D6-CA4E-A893-016A28BAF2F7}" destId="{5D9DF150-F44C-2542-AF69-AE3497DE26C4}" srcOrd="4" destOrd="0" presId="urn:microsoft.com/office/officeart/2005/8/layout/vList4"/>
    <dgm:cxn modelId="{0218730C-1F16-CD45-84C5-FC41383F5595}" type="presParOf" srcId="{5D9DF150-F44C-2542-AF69-AE3497DE26C4}" destId="{2519C874-56A2-A541-8FE1-4091C60D22CA}" srcOrd="0" destOrd="0" presId="urn:microsoft.com/office/officeart/2005/8/layout/vList4"/>
    <dgm:cxn modelId="{50730B13-B958-624F-8EA6-54BF8FD1C1BB}" type="presParOf" srcId="{5D9DF150-F44C-2542-AF69-AE3497DE26C4}" destId="{B99D021F-2400-2E4E-AE6D-B91B7B6F3498}" srcOrd="1" destOrd="0" presId="urn:microsoft.com/office/officeart/2005/8/layout/vList4"/>
    <dgm:cxn modelId="{E76D0BBE-A258-C44B-B70B-AD8199877301}" type="presParOf" srcId="{5D9DF150-F44C-2542-AF69-AE3497DE26C4}" destId="{33C95F29-7E40-2541-8E39-161A04758D12}" srcOrd="2" destOrd="0" presId="urn:microsoft.com/office/officeart/2005/8/layout/vList4"/>
    <dgm:cxn modelId="{E88CDE63-8AAE-A744-91AE-F1D2E0EC5ED2}" type="presParOf" srcId="{5976BF9B-85D6-CA4E-A893-016A28BAF2F7}" destId="{E8260A48-BD9B-2E46-88D6-A637B0B51F47}" srcOrd="5" destOrd="0" presId="urn:microsoft.com/office/officeart/2005/8/layout/vList4"/>
    <dgm:cxn modelId="{23F3A0D2-2BA5-B345-AFFD-B2193CE29B5C}" type="presParOf" srcId="{5976BF9B-85D6-CA4E-A893-016A28BAF2F7}" destId="{36C942F9-8906-1C4E-A3A1-1DCA41EE8104}" srcOrd="6" destOrd="0" presId="urn:microsoft.com/office/officeart/2005/8/layout/vList4"/>
    <dgm:cxn modelId="{5A37BFBF-580A-E540-BC63-575B3BD11B8E}" type="presParOf" srcId="{36C942F9-8906-1C4E-A3A1-1DCA41EE8104}" destId="{8FE0F29B-A55E-0A48-96A7-A450C5252065}" srcOrd="0" destOrd="0" presId="urn:microsoft.com/office/officeart/2005/8/layout/vList4"/>
    <dgm:cxn modelId="{393DFFD8-ED4A-D248-B72A-23222785D028}" type="presParOf" srcId="{36C942F9-8906-1C4E-A3A1-1DCA41EE8104}" destId="{20EDE824-419B-9C4B-90C6-2C015754F1A8}" srcOrd="1" destOrd="0" presId="urn:microsoft.com/office/officeart/2005/8/layout/vList4"/>
    <dgm:cxn modelId="{5EA0349F-0495-CC4F-9FF4-1016F44BD37E}" type="presParOf" srcId="{36C942F9-8906-1C4E-A3A1-1DCA41EE8104}" destId="{BAFF62D8-6E5D-CA40-A97E-3B71A1C8F43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F9F769-8F27-F241-BD1B-F38D53A2E29C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680874-7666-7245-948F-6D7B46CBAF7D}">
      <dgm:prSet phldrT="[Text]"/>
      <dgm:spPr/>
      <dgm:t>
        <a:bodyPr/>
        <a:lstStyle/>
        <a:p>
          <a:r>
            <a:rPr lang="en-US" b="1" dirty="0"/>
            <a:t>1: Release requests</a:t>
          </a:r>
        </a:p>
      </dgm:t>
    </dgm:pt>
    <dgm:pt modelId="{EFAD883A-A4B7-2740-AE51-C6A5A5620908}" type="parTrans" cxnId="{745B2277-8383-CF4C-91C3-6017BA23AD36}">
      <dgm:prSet/>
      <dgm:spPr/>
      <dgm:t>
        <a:bodyPr/>
        <a:lstStyle/>
        <a:p>
          <a:endParaRPr lang="en-US" b="1"/>
        </a:p>
      </dgm:t>
    </dgm:pt>
    <dgm:pt modelId="{162204F2-B40C-E546-BD05-416BB4EB0AAA}" type="sibTrans" cxnId="{745B2277-8383-CF4C-91C3-6017BA23AD36}">
      <dgm:prSet/>
      <dgm:spPr/>
      <dgm:t>
        <a:bodyPr/>
        <a:lstStyle/>
        <a:p>
          <a:endParaRPr lang="en-US" b="1"/>
        </a:p>
      </dgm:t>
    </dgm:pt>
    <dgm:pt modelId="{65D81806-723D-A94E-BA71-042CF5DD7F4D}">
      <dgm:prSet phldrT="[Text]"/>
      <dgm:spPr/>
      <dgm:t>
        <a:bodyPr/>
        <a:lstStyle/>
        <a:p>
          <a:r>
            <a:rPr lang="en-US" b="1" dirty="0"/>
            <a:t>2:Assign elevator </a:t>
          </a:r>
        </a:p>
      </dgm:t>
    </dgm:pt>
    <dgm:pt modelId="{F5A76A15-61FC-4D4A-A34C-704D23C151BB}" type="parTrans" cxnId="{2BA0B0A6-BD1C-F446-9743-4882B4A5D394}">
      <dgm:prSet/>
      <dgm:spPr/>
      <dgm:t>
        <a:bodyPr/>
        <a:lstStyle/>
        <a:p>
          <a:endParaRPr lang="en-US" b="1"/>
        </a:p>
      </dgm:t>
    </dgm:pt>
    <dgm:pt modelId="{8B3ADB77-C5B2-1140-9FA0-FE2F1223F819}" type="sibTrans" cxnId="{2BA0B0A6-BD1C-F446-9743-4882B4A5D394}">
      <dgm:prSet/>
      <dgm:spPr/>
      <dgm:t>
        <a:bodyPr/>
        <a:lstStyle/>
        <a:p>
          <a:endParaRPr lang="en-US" b="1"/>
        </a:p>
      </dgm:t>
    </dgm:pt>
    <dgm:pt modelId="{89D17A52-42A1-2340-AC70-0AB79C6118F8}">
      <dgm:prSet phldrT="[Text]"/>
      <dgm:spPr/>
      <dgm:t>
        <a:bodyPr/>
        <a:lstStyle/>
        <a:p>
          <a:r>
            <a:rPr lang="en-US" b="1" dirty="0"/>
            <a:t>3:Drop off</a:t>
          </a:r>
        </a:p>
      </dgm:t>
    </dgm:pt>
    <dgm:pt modelId="{3527E5C8-6D35-1740-A12F-021B8A003017}" type="parTrans" cxnId="{B098A777-8E13-2241-A317-F37ABAC57198}">
      <dgm:prSet/>
      <dgm:spPr/>
      <dgm:t>
        <a:bodyPr/>
        <a:lstStyle/>
        <a:p>
          <a:endParaRPr lang="en-US" b="1"/>
        </a:p>
      </dgm:t>
    </dgm:pt>
    <dgm:pt modelId="{5A93D13C-9970-2641-A8D5-7CB58BADA246}" type="sibTrans" cxnId="{B098A777-8E13-2241-A317-F37ABAC57198}">
      <dgm:prSet/>
      <dgm:spPr/>
      <dgm:t>
        <a:bodyPr/>
        <a:lstStyle/>
        <a:p>
          <a:endParaRPr lang="en-US" b="1"/>
        </a:p>
      </dgm:t>
    </dgm:pt>
    <dgm:pt modelId="{0473EE65-F34E-214C-B921-84C0C715AC16}">
      <dgm:prSet phldrT="[Text]"/>
      <dgm:spPr/>
      <dgm:t>
        <a:bodyPr/>
        <a:lstStyle/>
        <a:p>
          <a:r>
            <a:rPr lang="en-US" b="1" dirty="0"/>
            <a:t>4: Pick up</a:t>
          </a:r>
        </a:p>
      </dgm:t>
    </dgm:pt>
    <dgm:pt modelId="{8140C21D-7F2F-EF4A-9B02-24B979F7719E}" type="parTrans" cxnId="{5484ECD0-964F-7A48-B83D-FB21D6264B00}">
      <dgm:prSet/>
      <dgm:spPr/>
      <dgm:t>
        <a:bodyPr/>
        <a:lstStyle/>
        <a:p>
          <a:endParaRPr lang="en-US" b="1"/>
        </a:p>
      </dgm:t>
    </dgm:pt>
    <dgm:pt modelId="{4A2200F8-4F03-3A48-9B05-7EF90FA1EBAE}" type="sibTrans" cxnId="{5484ECD0-964F-7A48-B83D-FB21D6264B00}">
      <dgm:prSet/>
      <dgm:spPr/>
      <dgm:t>
        <a:bodyPr/>
        <a:lstStyle/>
        <a:p>
          <a:endParaRPr lang="en-US" b="1"/>
        </a:p>
      </dgm:t>
    </dgm:pt>
    <dgm:pt modelId="{9B76733F-F500-D040-AC56-9A6FB4DD1A29}">
      <dgm:prSet phldrT="[Text]"/>
      <dgm:spPr/>
      <dgm:t>
        <a:bodyPr/>
        <a:lstStyle/>
        <a:p>
          <a:r>
            <a:rPr lang="en-US" b="1" dirty="0"/>
            <a:t>5: Move</a:t>
          </a:r>
        </a:p>
      </dgm:t>
    </dgm:pt>
    <dgm:pt modelId="{B90EC976-0AFC-844D-B564-79B9DD264BA3}" type="parTrans" cxnId="{3DD1334B-91DE-A749-85AA-5E765C6F01B9}">
      <dgm:prSet/>
      <dgm:spPr/>
      <dgm:t>
        <a:bodyPr/>
        <a:lstStyle/>
        <a:p>
          <a:endParaRPr lang="en-US" b="1"/>
        </a:p>
      </dgm:t>
    </dgm:pt>
    <dgm:pt modelId="{6488C258-1D5B-3343-B491-3377F1025029}" type="sibTrans" cxnId="{3DD1334B-91DE-A749-85AA-5E765C6F01B9}">
      <dgm:prSet/>
      <dgm:spPr/>
      <dgm:t>
        <a:bodyPr/>
        <a:lstStyle/>
        <a:p>
          <a:endParaRPr lang="en-US" b="1"/>
        </a:p>
      </dgm:t>
    </dgm:pt>
    <dgm:pt modelId="{50C7B90A-7E88-2842-ABE2-22F749BC8A03}">
      <dgm:prSet/>
      <dgm:spPr/>
      <dgm:t>
        <a:bodyPr/>
        <a:lstStyle/>
        <a:p>
          <a:r>
            <a:rPr lang="en-US" b="1" dirty="0"/>
            <a:t>6: Log Position</a:t>
          </a:r>
        </a:p>
      </dgm:t>
    </dgm:pt>
    <dgm:pt modelId="{7DC77F5D-E654-6541-97F8-4A45057372A3}" type="parTrans" cxnId="{F5BF6C3B-3E4A-A545-A6B1-017EFAE151EA}">
      <dgm:prSet/>
      <dgm:spPr/>
      <dgm:t>
        <a:bodyPr/>
        <a:lstStyle/>
        <a:p>
          <a:endParaRPr lang="en-US" b="1"/>
        </a:p>
      </dgm:t>
    </dgm:pt>
    <dgm:pt modelId="{7389CB04-3B9D-1945-8428-D2DDDC86236F}" type="sibTrans" cxnId="{F5BF6C3B-3E4A-A545-A6B1-017EFAE151EA}">
      <dgm:prSet/>
      <dgm:spPr/>
      <dgm:t>
        <a:bodyPr/>
        <a:lstStyle/>
        <a:p>
          <a:endParaRPr lang="en-US" b="1"/>
        </a:p>
      </dgm:t>
    </dgm:pt>
    <dgm:pt modelId="{6CC88320-A026-CF43-AFBD-EA18828C33B8}" type="pres">
      <dgm:prSet presAssocID="{9AF9F769-8F27-F241-BD1B-F38D53A2E29C}" presName="cycle" presStyleCnt="0">
        <dgm:presLayoutVars>
          <dgm:dir/>
          <dgm:resizeHandles val="exact"/>
        </dgm:presLayoutVars>
      </dgm:prSet>
      <dgm:spPr/>
    </dgm:pt>
    <dgm:pt modelId="{0E1282DB-7E85-6F40-B5E6-4F33AECA6D5D}" type="pres">
      <dgm:prSet presAssocID="{21680874-7666-7245-948F-6D7B46CBAF7D}" presName="node" presStyleLbl="node1" presStyleIdx="0" presStyleCnt="6">
        <dgm:presLayoutVars>
          <dgm:bulletEnabled val="1"/>
        </dgm:presLayoutVars>
      </dgm:prSet>
      <dgm:spPr/>
    </dgm:pt>
    <dgm:pt modelId="{C25E1204-E81F-A949-BD69-ECED347C2F89}" type="pres">
      <dgm:prSet presAssocID="{162204F2-B40C-E546-BD05-416BB4EB0AAA}" presName="sibTrans" presStyleLbl="sibTrans2D1" presStyleIdx="0" presStyleCnt="6"/>
      <dgm:spPr/>
    </dgm:pt>
    <dgm:pt modelId="{12ED6A63-3206-F440-BA3D-9A6FFD208172}" type="pres">
      <dgm:prSet presAssocID="{162204F2-B40C-E546-BD05-416BB4EB0AAA}" presName="connectorText" presStyleLbl="sibTrans2D1" presStyleIdx="0" presStyleCnt="6"/>
      <dgm:spPr/>
    </dgm:pt>
    <dgm:pt modelId="{ADED09F7-D2E6-964B-A3B9-37FC0ADB2DAB}" type="pres">
      <dgm:prSet presAssocID="{65D81806-723D-A94E-BA71-042CF5DD7F4D}" presName="node" presStyleLbl="node1" presStyleIdx="1" presStyleCnt="6">
        <dgm:presLayoutVars>
          <dgm:bulletEnabled val="1"/>
        </dgm:presLayoutVars>
      </dgm:prSet>
      <dgm:spPr/>
    </dgm:pt>
    <dgm:pt modelId="{588CEDC4-20E5-C445-8BA4-D11050C7C2D2}" type="pres">
      <dgm:prSet presAssocID="{8B3ADB77-C5B2-1140-9FA0-FE2F1223F819}" presName="sibTrans" presStyleLbl="sibTrans2D1" presStyleIdx="1" presStyleCnt="6"/>
      <dgm:spPr/>
    </dgm:pt>
    <dgm:pt modelId="{D429E7AC-9B37-3049-BBE6-E03B6A3D9150}" type="pres">
      <dgm:prSet presAssocID="{8B3ADB77-C5B2-1140-9FA0-FE2F1223F819}" presName="connectorText" presStyleLbl="sibTrans2D1" presStyleIdx="1" presStyleCnt="6"/>
      <dgm:spPr/>
    </dgm:pt>
    <dgm:pt modelId="{35A4EEB2-040D-5D4D-BFDB-702D9E4561F0}" type="pres">
      <dgm:prSet presAssocID="{89D17A52-42A1-2340-AC70-0AB79C6118F8}" presName="node" presStyleLbl="node1" presStyleIdx="2" presStyleCnt="6">
        <dgm:presLayoutVars>
          <dgm:bulletEnabled val="1"/>
        </dgm:presLayoutVars>
      </dgm:prSet>
      <dgm:spPr/>
    </dgm:pt>
    <dgm:pt modelId="{3A40009C-0C6D-0A42-B3D1-EC7BE8184813}" type="pres">
      <dgm:prSet presAssocID="{5A93D13C-9970-2641-A8D5-7CB58BADA246}" presName="sibTrans" presStyleLbl="sibTrans2D1" presStyleIdx="2" presStyleCnt="6"/>
      <dgm:spPr/>
    </dgm:pt>
    <dgm:pt modelId="{24BEEE9A-B092-8146-8661-FAE90C9341A6}" type="pres">
      <dgm:prSet presAssocID="{5A93D13C-9970-2641-A8D5-7CB58BADA246}" presName="connectorText" presStyleLbl="sibTrans2D1" presStyleIdx="2" presStyleCnt="6"/>
      <dgm:spPr/>
    </dgm:pt>
    <dgm:pt modelId="{5BC00300-284C-034D-B384-5219523DDC17}" type="pres">
      <dgm:prSet presAssocID="{0473EE65-F34E-214C-B921-84C0C715AC16}" presName="node" presStyleLbl="node1" presStyleIdx="3" presStyleCnt="6">
        <dgm:presLayoutVars>
          <dgm:bulletEnabled val="1"/>
        </dgm:presLayoutVars>
      </dgm:prSet>
      <dgm:spPr/>
    </dgm:pt>
    <dgm:pt modelId="{08BB824B-2929-C447-9D21-F589D250C1DD}" type="pres">
      <dgm:prSet presAssocID="{4A2200F8-4F03-3A48-9B05-7EF90FA1EBAE}" presName="sibTrans" presStyleLbl="sibTrans2D1" presStyleIdx="3" presStyleCnt="6"/>
      <dgm:spPr/>
    </dgm:pt>
    <dgm:pt modelId="{9B622E73-49BC-7040-837E-242030C54763}" type="pres">
      <dgm:prSet presAssocID="{4A2200F8-4F03-3A48-9B05-7EF90FA1EBAE}" presName="connectorText" presStyleLbl="sibTrans2D1" presStyleIdx="3" presStyleCnt="6"/>
      <dgm:spPr/>
    </dgm:pt>
    <dgm:pt modelId="{85EBD1B1-6B50-A942-A2CF-BE9CD365FF16}" type="pres">
      <dgm:prSet presAssocID="{9B76733F-F500-D040-AC56-9A6FB4DD1A29}" presName="node" presStyleLbl="node1" presStyleIdx="4" presStyleCnt="6">
        <dgm:presLayoutVars>
          <dgm:bulletEnabled val="1"/>
        </dgm:presLayoutVars>
      </dgm:prSet>
      <dgm:spPr/>
    </dgm:pt>
    <dgm:pt modelId="{9B3DC3DB-63A2-E94C-8FEF-607E76A9722C}" type="pres">
      <dgm:prSet presAssocID="{6488C258-1D5B-3343-B491-3377F1025029}" presName="sibTrans" presStyleLbl="sibTrans2D1" presStyleIdx="4" presStyleCnt="6"/>
      <dgm:spPr/>
    </dgm:pt>
    <dgm:pt modelId="{2BF64F9C-2C3F-EA4E-8722-86A6012D50D0}" type="pres">
      <dgm:prSet presAssocID="{6488C258-1D5B-3343-B491-3377F1025029}" presName="connectorText" presStyleLbl="sibTrans2D1" presStyleIdx="4" presStyleCnt="6"/>
      <dgm:spPr/>
    </dgm:pt>
    <dgm:pt modelId="{FCD7234D-F6CC-A748-988E-967DB77505D2}" type="pres">
      <dgm:prSet presAssocID="{50C7B90A-7E88-2842-ABE2-22F749BC8A03}" presName="node" presStyleLbl="node1" presStyleIdx="5" presStyleCnt="6">
        <dgm:presLayoutVars>
          <dgm:bulletEnabled val="1"/>
        </dgm:presLayoutVars>
      </dgm:prSet>
      <dgm:spPr/>
    </dgm:pt>
    <dgm:pt modelId="{C495047D-3634-0B43-B299-295FDF356C7D}" type="pres">
      <dgm:prSet presAssocID="{7389CB04-3B9D-1945-8428-D2DDDC86236F}" presName="sibTrans" presStyleLbl="sibTrans2D1" presStyleIdx="5" presStyleCnt="6"/>
      <dgm:spPr/>
    </dgm:pt>
    <dgm:pt modelId="{650566CC-2E15-1F4E-8C35-8CBB69CE5216}" type="pres">
      <dgm:prSet presAssocID="{7389CB04-3B9D-1945-8428-D2DDDC86236F}" presName="connectorText" presStyleLbl="sibTrans2D1" presStyleIdx="5" presStyleCnt="6"/>
      <dgm:spPr/>
    </dgm:pt>
  </dgm:ptLst>
  <dgm:cxnLst>
    <dgm:cxn modelId="{22DDBA0B-6D4B-1247-9224-1BAAC7DA3217}" type="presOf" srcId="{6488C258-1D5B-3343-B491-3377F1025029}" destId="{2BF64F9C-2C3F-EA4E-8722-86A6012D50D0}" srcOrd="1" destOrd="0" presId="urn:microsoft.com/office/officeart/2005/8/layout/cycle2"/>
    <dgm:cxn modelId="{6E815D14-6488-5D44-B80E-A2AD3923A899}" type="presOf" srcId="{162204F2-B40C-E546-BD05-416BB4EB0AAA}" destId="{12ED6A63-3206-F440-BA3D-9A6FFD208172}" srcOrd="1" destOrd="0" presId="urn:microsoft.com/office/officeart/2005/8/layout/cycle2"/>
    <dgm:cxn modelId="{899ABF1F-B143-A04B-BDA2-952955D3251F}" type="presOf" srcId="{162204F2-B40C-E546-BD05-416BB4EB0AAA}" destId="{C25E1204-E81F-A949-BD69-ECED347C2F89}" srcOrd="0" destOrd="0" presId="urn:microsoft.com/office/officeart/2005/8/layout/cycle2"/>
    <dgm:cxn modelId="{701BD82D-7DE5-1840-84B7-C617B1A3B6D5}" type="presOf" srcId="{6488C258-1D5B-3343-B491-3377F1025029}" destId="{9B3DC3DB-63A2-E94C-8FEF-607E76A9722C}" srcOrd="0" destOrd="0" presId="urn:microsoft.com/office/officeart/2005/8/layout/cycle2"/>
    <dgm:cxn modelId="{79450934-08B5-F946-8D2C-DA20D28F3D7F}" type="presOf" srcId="{7389CB04-3B9D-1945-8428-D2DDDC86236F}" destId="{650566CC-2E15-1F4E-8C35-8CBB69CE5216}" srcOrd="1" destOrd="0" presId="urn:microsoft.com/office/officeart/2005/8/layout/cycle2"/>
    <dgm:cxn modelId="{F5BF6C3B-3E4A-A545-A6B1-017EFAE151EA}" srcId="{9AF9F769-8F27-F241-BD1B-F38D53A2E29C}" destId="{50C7B90A-7E88-2842-ABE2-22F749BC8A03}" srcOrd="5" destOrd="0" parTransId="{7DC77F5D-E654-6541-97F8-4A45057372A3}" sibTransId="{7389CB04-3B9D-1945-8428-D2DDDC86236F}"/>
    <dgm:cxn modelId="{938B6844-5A41-D444-88F6-C7E5F5D4639E}" type="presOf" srcId="{4A2200F8-4F03-3A48-9B05-7EF90FA1EBAE}" destId="{9B622E73-49BC-7040-837E-242030C54763}" srcOrd="1" destOrd="0" presId="urn:microsoft.com/office/officeart/2005/8/layout/cycle2"/>
    <dgm:cxn modelId="{C2A1D344-D1C3-6841-9358-EA886A673D1A}" type="presOf" srcId="{4A2200F8-4F03-3A48-9B05-7EF90FA1EBAE}" destId="{08BB824B-2929-C447-9D21-F589D250C1DD}" srcOrd="0" destOrd="0" presId="urn:microsoft.com/office/officeart/2005/8/layout/cycle2"/>
    <dgm:cxn modelId="{3DD1334B-91DE-A749-85AA-5E765C6F01B9}" srcId="{9AF9F769-8F27-F241-BD1B-F38D53A2E29C}" destId="{9B76733F-F500-D040-AC56-9A6FB4DD1A29}" srcOrd="4" destOrd="0" parTransId="{B90EC976-0AFC-844D-B564-79B9DD264BA3}" sibTransId="{6488C258-1D5B-3343-B491-3377F1025029}"/>
    <dgm:cxn modelId="{B27A1855-D1F8-E446-B2FB-99C83BD302D8}" type="presOf" srcId="{5A93D13C-9970-2641-A8D5-7CB58BADA246}" destId="{3A40009C-0C6D-0A42-B3D1-EC7BE8184813}" srcOrd="0" destOrd="0" presId="urn:microsoft.com/office/officeart/2005/8/layout/cycle2"/>
    <dgm:cxn modelId="{D29B525D-10D4-9243-BC5A-D912167E99DD}" type="presOf" srcId="{5A93D13C-9970-2641-A8D5-7CB58BADA246}" destId="{24BEEE9A-B092-8146-8661-FAE90C9341A6}" srcOrd="1" destOrd="0" presId="urn:microsoft.com/office/officeart/2005/8/layout/cycle2"/>
    <dgm:cxn modelId="{6FB3A66E-2929-404B-9486-16DB5381B6CC}" type="presOf" srcId="{7389CB04-3B9D-1945-8428-D2DDDC86236F}" destId="{C495047D-3634-0B43-B299-295FDF356C7D}" srcOrd="0" destOrd="0" presId="urn:microsoft.com/office/officeart/2005/8/layout/cycle2"/>
    <dgm:cxn modelId="{745B2277-8383-CF4C-91C3-6017BA23AD36}" srcId="{9AF9F769-8F27-F241-BD1B-F38D53A2E29C}" destId="{21680874-7666-7245-948F-6D7B46CBAF7D}" srcOrd="0" destOrd="0" parTransId="{EFAD883A-A4B7-2740-AE51-C6A5A5620908}" sibTransId="{162204F2-B40C-E546-BD05-416BB4EB0AAA}"/>
    <dgm:cxn modelId="{B098A777-8E13-2241-A317-F37ABAC57198}" srcId="{9AF9F769-8F27-F241-BD1B-F38D53A2E29C}" destId="{89D17A52-42A1-2340-AC70-0AB79C6118F8}" srcOrd="2" destOrd="0" parTransId="{3527E5C8-6D35-1740-A12F-021B8A003017}" sibTransId="{5A93D13C-9970-2641-A8D5-7CB58BADA246}"/>
    <dgm:cxn modelId="{3E083884-50A4-CC48-A2EC-EB802B40E035}" type="presOf" srcId="{0473EE65-F34E-214C-B921-84C0C715AC16}" destId="{5BC00300-284C-034D-B384-5219523DDC17}" srcOrd="0" destOrd="0" presId="urn:microsoft.com/office/officeart/2005/8/layout/cycle2"/>
    <dgm:cxn modelId="{5D997C90-24BC-1542-B588-E340A563F86E}" type="presOf" srcId="{21680874-7666-7245-948F-6D7B46CBAF7D}" destId="{0E1282DB-7E85-6F40-B5E6-4F33AECA6D5D}" srcOrd="0" destOrd="0" presId="urn:microsoft.com/office/officeart/2005/8/layout/cycle2"/>
    <dgm:cxn modelId="{EFE80CA3-23D1-D444-B493-5E7A74A30064}" type="presOf" srcId="{9B76733F-F500-D040-AC56-9A6FB4DD1A29}" destId="{85EBD1B1-6B50-A942-A2CF-BE9CD365FF16}" srcOrd="0" destOrd="0" presId="urn:microsoft.com/office/officeart/2005/8/layout/cycle2"/>
    <dgm:cxn modelId="{70F3E7A3-B7EC-424A-A40D-1E5BF4182338}" type="presOf" srcId="{8B3ADB77-C5B2-1140-9FA0-FE2F1223F819}" destId="{D429E7AC-9B37-3049-BBE6-E03B6A3D9150}" srcOrd="1" destOrd="0" presId="urn:microsoft.com/office/officeart/2005/8/layout/cycle2"/>
    <dgm:cxn modelId="{2BA0B0A6-BD1C-F446-9743-4882B4A5D394}" srcId="{9AF9F769-8F27-F241-BD1B-F38D53A2E29C}" destId="{65D81806-723D-A94E-BA71-042CF5DD7F4D}" srcOrd="1" destOrd="0" parTransId="{F5A76A15-61FC-4D4A-A34C-704D23C151BB}" sibTransId="{8B3ADB77-C5B2-1140-9FA0-FE2F1223F819}"/>
    <dgm:cxn modelId="{921879A8-019A-EE45-B89A-6C462636D583}" type="presOf" srcId="{8B3ADB77-C5B2-1140-9FA0-FE2F1223F819}" destId="{588CEDC4-20E5-C445-8BA4-D11050C7C2D2}" srcOrd="0" destOrd="0" presId="urn:microsoft.com/office/officeart/2005/8/layout/cycle2"/>
    <dgm:cxn modelId="{9BB994B1-3B7B-494F-8E7E-31753F5BE510}" type="presOf" srcId="{65D81806-723D-A94E-BA71-042CF5DD7F4D}" destId="{ADED09F7-D2E6-964B-A3B9-37FC0ADB2DAB}" srcOrd="0" destOrd="0" presId="urn:microsoft.com/office/officeart/2005/8/layout/cycle2"/>
    <dgm:cxn modelId="{5484ECD0-964F-7A48-B83D-FB21D6264B00}" srcId="{9AF9F769-8F27-F241-BD1B-F38D53A2E29C}" destId="{0473EE65-F34E-214C-B921-84C0C715AC16}" srcOrd="3" destOrd="0" parTransId="{8140C21D-7F2F-EF4A-9B02-24B979F7719E}" sibTransId="{4A2200F8-4F03-3A48-9B05-7EF90FA1EBAE}"/>
    <dgm:cxn modelId="{22E40EEA-0D5A-9E4F-9DDD-97A533D693AF}" type="presOf" srcId="{9AF9F769-8F27-F241-BD1B-F38D53A2E29C}" destId="{6CC88320-A026-CF43-AFBD-EA18828C33B8}" srcOrd="0" destOrd="0" presId="urn:microsoft.com/office/officeart/2005/8/layout/cycle2"/>
    <dgm:cxn modelId="{1ECBCBF9-BC1B-0243-BB3F-6236755540C0}" type="presOf" srcId="{89D17A52-42A1-2340-AC70-0AB79C6118F8}" destId="{35A4EEB2-040D-5D4D-BFDB-702D9E4561F0}" srcOrd="0" destOrd="0" presId="urn:microsoft.com/office/officeart/2005/8/layout/cycle2"/>
    <dgm:cxn modelId="{886931FE-CCE2-FD4C-8F34-4BD33A9DE8BB}" type="presOf" srcId="{50C7B90A-7E88-2842-ABE2-22F749BC8A03}" destId="{FCD7234D-F6CC-A748-988E-967DB77505D2}" srcOrd="0" destOrd="0" presId="urn:microsoft.com/office/officeart/2005/8/layout/cycle2"/>
    <dgm:cxn modelId="{AED8DCAD-0AC5-E948-AC27-69288E732BB1}" type="presParOf" srcId="{6CC88320-A026-CF43-AFBD-EA18828C33B8}" destId="{0E1282DB-7E85-6F40-B5E6-4F33AECA6D5D}" srcOrd="0" destOrd="0" presId="urn:microsoft.com/office/officeart/2005/8/layout/cycle2"/>
    <dgm:cxn modelId="{796B8683-995B-824F-AF51-A6AF05B46419}" type="presParOf" srcId="{6CC88320-A026-CF43-AFBD-EA18828C33B8}" destId="{C25E1204-E81F-A949-BD69-ECED347C2F89}" srcOrd="1" destOrd="0" presId="urn:microsoft.com/office/officeart/2005/8/layout/cycle2"/>
    <dgm:cxn modelId="{2BDE7F16-0C14-9E43-90CA-6509E584D615}" type="presParOf" srcId="{C25E1204-E81F-A949-BD69-ECED347C2F89}" destId="{12ED6A63-3206-F440-BA3D-9A6FFD208172}" srcOrd="0" destOrd="0" presId="urn:microsoft.com/office/officeart/2005/8/layout/cycle2"/>
    <dgm:cxn modelId="{25557440-295C-3742-9B2A-22CD63513B0C}" type="presParOf" srcId="{6CC88320-A026-CF43-AFBD-EA18828C33B8}" destId="{ADED09F7-D2E6-964B-A3B9-37FC0ADB2DAB}" srcOrd="2" destOrd="0" presId="urn:microsoft.com/office/officeart/2005/8/layout/cycle2"/>
    <dgm:cxn modelId="{A97907A2-D6F9-DA42-9D92-A8EA0928D3A2}" type="presParOf" srcId="{6CC88320-A026-CF43-AFBD-EA18828C33B8}" destId="{588CEDC4-20E5-C445-8BA4-D11050C7C2D2}" srcOrd="3" destOrd="0" presId="urn:microsoft.com/office/officeart/2005/8/layout/cycle2"/>
    <dgm:cxn modelId="{48D91161-DDC0-0C49-9554-D4054A90CFE4}" type="presParOf" srcId="{588CEDC4-20E5-C445-8BA4-D11050C7C2D2}" destId="{D429E7AC-9B37-3049-BBE6-E03B6A3D9150}" srcOrd="0" destOrd="0" presId="urn:microsoft.com/office/officeart/2005/8/layout/cycle2"/>
    <dgm:cxn modelId="{5282EAC9-9933-DE46-B38B-F91E69CE6ECE}" type="presParOf" srcId="{6CC88320-A026-CF43-AFBD-EA18828C33B8}" destId="{35A4EEB2-040D-5D4D-BFDB-702D9E4561F0}" srcOrd="4" destOrd="0" presId="urn:microsoft.com/office/officeart/2005/8/layout/cycle2"/>
    <dgm:cxn modelId="{9A983153-7ED8-444F-BD0F-AE41307E6587}" type="presParOf" srcId="{6CC88320-A026-CF43-AFBD-EA18828C33B8}" destId="{3A40009C-0C6D-0A42-B3D1-EC7BE8184813}" srcOrd="5" destOrd="0" presId="urn:microsoft.com/office/officeart/2005/8/layout/cycle2"/>
    <dgm:cxn modelId="{D0F2760F-A790-2B4E-84D9-74E78D856935}" type="presParOf" srcId="{3A40009C-0C6D-0A42-B3D1-EC7BE8184813}" destId="{24BEEE9A-B092-8146-8661-FAE90C9341A6}" srcOrd="0" destOrd="0" presId="urn:microsoft.com/office/officeart/2005/8/layout/cycle2"/>
    <dgm:cxn modelId="{DEB885CF-A3D4-AD40-B8DB-959738327EF5}" type="presParOf" srcId="{6CC88320-A026-CF43-AFBD-EA18828C33B8}" destId="{5BC00300-284C-034D-B384-5219523DDC17}" srcOrd="6" destOrd="0" presId="urn:microsoft.com/office/officeart/2005/8/layout/cycle2"/>
    <dgm:cxn modelId="{3FAD4D78-B093-AE48-94C3-D83EB7FD9275}" type="presParOf" srcId="{6CC88320-A026-CF43-AFBD-EA18828C33B8}" destId="{08BB824B-2929-C447-9D21-F589D250C1DD}" srcOrd="7" destOrd="0" presId="urn:microsoft.com/office/officeart/2005/8/layout/cycle2"/>
    <dgm:cxn modelId="{8DE3D798-9EC4-4644-8572-6988E3DE90D6}" type="presParOf" srcId="{08BB824B-2929-C447-9D21-F589D250C1DD}" destId="{9B622E73-49BC-7040-837E-242030C54763}" srcOrd="0" destOrd="0" presId="urn:microsoft.com/office/officeart/2005/8/layout/cycle2"/>
    <dgm:cxn modelId="{CE823611-D143-9D47-9C63-4C0AB2C8D8A9}" type="presParOf" srcId="{6CC88320-A026-CF43-AFBD-EA18828C33B8}" destId="{85EBD1B1-6B50-A942-A2CF-BE9CD365FF16}" srcOrd="8" destOrd="0" presId="urn:microsoft.com/office/officeart/2005/8/layout/cycle2"/>
    <dgm:cxn modelId="{FFBE2D4D-EDB0-BD4A-8359-AA02F09FC631}" type="presParOf" srcId="{6CC88320-A026-CF43-AFBD-EA18828C33B8}" destId="{9B3DC3DB-63A2-E94C-8FEF-607E76A9722C}" srcOrd="9" destOrd="0" presId="urn:microsoft.com/office/officeart/2005/8/layout/cycle2"/>
    <dgm:cxn modelId="{B0C0B2D1-ECC1-DF4C-89B5-1ED859B8C17D}" type="presParOf" srcId="{9B3DC3DB-63A2-E94C-8FEF-607E76A9722C}" destId="{2BF64F9C-2C3F-EA4E-8722-86A6012D50D0}" srcOrd="0" destOrd="0" presId="urn:microsoft.com/office/officeart/2005/8/layout/cycle2"/>
    <dgm:cxn modelId="{B3EF6245-6AC1-2146-9AA9-3AEF73C94C85}" type="presParOf" srcId="{6CC88320-A026-CF43-AFBD-EA18828C33B8}" destId="{FCD7234D-F6CC-A748-988E-967DB77505D2}" srcOrd="10" destOrd="0" presId="urn:microsoft.com/office/officeart/2005/8/layout/cycle2"/>
    <dgm:cxn modelId="{C83028D8-5138-3147-8CAF-622508919CB2}" type="presParOf" srcId="{6CC88320-A026-CF43-AFBD-EA18828C33B8}" destId="{C495047D-3634-0B43-B299-295FDF356C7D}" srcOrd="11" destOrd="0" presId="urn:microsoft.com/office/officeart/2005/8/layout/cycle2"/>
    <dgm:cxn modelId="{A7222D7C-DBD9-AB41-B2B4-FB2DF60F6B76}" type="presParOf" srcId="{C495047D-3634-0B43-B299-295FDF356C7D}" destId="{650566CC-2E15-1F4E-8C35-8CBB69CE521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D864DF-D822-1142-994A-BFDB9CBB7F10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E9B745-6724-3743-9888-ABAF293D9850}">
      <dgm:prSet phldrT="[Text]"/>
      <dgm:spPr/>
      <dgm:t>
        <a:bodyPr/>
        <a:lstStyle/>
        <a:p>
          <a:r>
            <a:rPr lang="en-US" dirty="0"/>
            <a:t>Nearest-Car</a:t>
          </a:r>
        </a:p>
        <a:p>
          <a:r>
            <a:rPr lang="en-US" dirty="0"/>
            <a:t>(default)</a:t>
          </a:r>
        </a:p>
      </dgm:t>
    </dgm:pt>
    <dgm:pt modelId="{284D51AF-A8F8-564E-950D-DE643591B364}" type="parTrans" cxnId="{3BB7FDB5-3B9C-DD46-9173-2798784397B7}">
      <dgm:prSet/>
      <dgm:spPr/>
      <dgm:t>
        <a:bodyPr/>
        <a:lstStyle/>
        <a:p>
          <a:endParaRPr lang="en-US"/>
        </a:p>
      </dgm:t>
    </dgm:pt>
    <dgm:pt modelId="{67AD5AA3-5B46-0A4D-B60A-74E7DC191B15}" type="sibTrans" cxnId="{3BB7FDB5-3B9C-DD46-9173-2798784397B7}">
      <dgm:prSet/>
      <dgm:spPr/>
      <dgm:t>
        <a:bodyPr/>
        <a:lstStyle/>
        <a:p>
          <a:endParaRPr lang="en-US"/>
        </a:p>
      </dgm:t>
    </dgm:pt>
    <dgm:pt modelId="{95D8BB49-8D75-5640-A4D7-60744FEF6157}">
      <dgm:prSet phldrT="[Text]"/>
      <dgm:spPr/>
      <dgm:t>
        <a:bodyPr/>
        <a:lstStyle/>
        <a:p>
          <a:pPr>
            <a:buSzPct val="100000"/>
            <a:buChar char="•"/>
          </a:pPr>
          <a:r>
            <a:rPr lang="en-US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Cost = distance to pickup + direction penalty + load penalty</a:t>
          </a:r>
          <a:endParaRPr lang="en-US" dirty="0"/>
        </a:p>
      </dgm:t>
    </dgm:pt>
    <dgm:pt modelId="{20984A81-A3FF-4E4E-90FD-FE6F7E5DE101}" type="parTrans" cxnId="{CB0E5C5B-18BD-F340-81AF-DF908129DA64}">
      <dgm:prSet/>
      <dgm:spPr/>
      <dgm:t>
        <a:bodyPr/>
        <a:lstStyle/>
        <a:p>
          <a:endParaRPr lang="en-US"/>
        </a:p>
      </dgm:t>
    </dgm:pt>
    <dgm:pt modelId="{89E0EE3A-58DA-E444-8208-5C45D2C47908}" type="sibTrans" cxnId="{CB0E5C5B-18BD-F340-81AF-DF908129DA64}">
      <dgm:prSet/>
      <dgm:spPr/>
      <dgm:t>
        <a:bodyPr/>
        <a:lstStyle/>
        <a:p>
          <a:endParaRPr lang="en-US"/>
        </a:p>
      </dgm:t>
    </dgm:pt>
    <dgm:pt modelId="{CAF5C297-F34F-0B4B-B9E2-7D8A0EA0830A}">
      <dgm:prSet phldrT="[Text]"/>
      <dgm:spPr/>
      <dgm:t>
        <a:bodyPr/>
        <a:lstStyle/>
        <a:p>
          <a:r>
            <a:rPr lang="en-US" dirty="0"/>
            <a:t>Round Robin</a:t>
          </a:r>
        </a:p>
        <a:p>
          <a:r>
            <a:rPr lang="en-US" dirty="0"/>
            <a:t>(used for comparison)</a:t>
          </a:r>
        </a:p>
      </dgm:t>
    </dgm:pt>
    <dgm:pt modelId="{BB20B130-4A13-E24B-B6B6-20DB6D120BCA}" type="parTrans" cxnId="{0922E00B-F67D-0B4F-B93A-DACCDDFCFA85}">
      <dgm:prSet/>
      <dgm:spPr/>
      <dgm:t>
        <a:bodyPr/>
        <a:lstStyle/>
        <a:p>
          <a:endParaRPr lang="en-US"/>
        </a:p>
      </dgm:t>
    </dgm:pt>
    <dgm:pt modelId="{525EECC8-1DA7-B646-8C12-B4F68EC7DB40}" type="sibTrans" cxnId="{0922E00B-F67D-0B4F-B93A-DACCDDFCFA85}">
      <dgm:prSet/>
      <dgm:spPr/>
      <dgm:t>
        <a:bodyPr/>
        <a:lstStyle/>
        <a:p>
          <a:endParaRPr lang="en-US"/>
        </a:p>
      </dgm:t>
    </dgm:pt>
    <dgm:pt modelId="{D7C660BE-2367-D44E-A394-0E547EBF15BF}">
      <dgm:prSet phldrT="[Text]"/>
      <dgm:spPr/>
      <dgm:t>
        <a:bodyPr/>
        <a:lstStyle/>
        <a:p>
          <a:pPr>
            <a:buSzPct val="100000"/>
            <a:buChar char="•"/>
          </a:pPr>
          <a:r>
            <a:rPr lang="en-US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Cycles through elevators in a fixed order</a:t>
          </a:r>
          <a:endParaRPr lang="en-US" dirty="0"/>
        </a:p>
      </dgm:t>
    </dgm:pt>
    <dgm:pt modelId="{0BCE4627-EC87-F945-B07D-CA7974D39843}" type="parTrans" cxnId="{351DF3F6-6F88-2144-A0B5-7595DAECB8FC}">
      <dgm:prSet/>
      <dgm:spPr/>
      <dgm:t>
        <a:bodyPr/>
        <a:lstStyle/>
        <a:p>
          <a:endParaRPr lang="en-US"/>
        </a:p>
      </dgm:t>
    </dgm:pt>
    <dgm:pt modelId="{3CE32FE6-4B66-B24C-AB8B-26724038D42F}" type="sibTrans" cxnId="{351DF3F6-6F88-2144-A0B5-7595DAECB8FC}">
      <dgm:prSet/>
      <dgm:spPr/>
      <dgm:t>
        <a:bodyPr/>
        <a:lstStyle/>
        <a:p>
          <a:endParaRPr lang="en-US"/>
        </a:p>
      </dgm:t>
    </dgm:pt>
    <dgm:pt modelId="{EBE4BA6E-7001-A442-A26E-18722FCFCCFA}">
      <dgm:prSet/>
      <dgm:spPr/>
      <dgm:t>
        <a:bodyPr/>
        <a:lstStyle/>
        <a:p>
          <a:r>
            <a:rPr lang="en-US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Free pickup when the passenger is already on the car's path</a:t>
          </a:r>
          <a:endParaRPr lang="en-US" dirty="0"/>
        </a:p>
      </dgm:t>
    </dgm:pt>
    <dgm:pt modelId="{F95D36C3-F6F4-264C-AEFB-CDA9A8EEFD37}" type="parTrans" cxnId="{F57D7C74-2F60-884B-9013-CC644AD7982D}">
      <dgm:prSet/>
      <dgm:spPr/>
      <dgm:t>
        <a:bodyPr/>
        <a:lstStyle/>
        <a:p>
          <a:endParaRPr lang="en-US"/>
        </a:p>
      </dgm:t>
    </dgm:pt>
    <dgm:pt modelId="{F3C73317-5540-FD4A-92F8-0A8BA8E186A4}" type="sibTrans" cxnId="{F57D7C74-2F60-884B-9013-CC644AD7982D}">
      <dgm:prSet/>
      <dgm:spPr/>
      <dgm:t>
        <a:bodyPr/>
        <a:lstStyle/>
        <a:p>
          <a:endParaRPr lang="en-US"/>
        </a:p>
      </dgm:t>
    </dgm:pt>
    <dgm:pt modelId="{DECF3BA5-2E66-C54F-AB2E-D4FDFF2EEED7}">
      <dgm:prSet/>
      <dgm:spPr/>
      <dgm:t>
        <a:bodyPr/>
        <a:lstStyle/>
        <a:p>
          <a:r>
            <a:rPr lang="en-US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Detour cost added when a car must finish its sweep and reverse</a:t>
          </a:r>
          <a:endParaRPr lang="en-US" dirty="0"/>
        </a:p>
      </dgm:t>
    </dgm:pt>
    <dgm:pt modelId="{5C018F57-5B8B-4A48-AAAA-5173994C16E9}" type="parTrans" cxnId="{0130E86D-9F48-E94C-B73B-EECB2F6B3397}">
      <dgm:prSet/>
      <dgm:spPr/>
      <dgm:t>
        <a:bodyPr/>
        <a:lstStyle/>
        <a:p>
          <a:endParaRPr lang="en-US"/>
        </a:p>
      </dgm:t>
    </dgm:pt>
    <dgm:pt modelId="{8D6AE221-604A-A744-B40B-328693341697}" type="sibTrans" cxnId="{0130E86D-9F48-E94C-B73B-EECB2F6B3397}">
      <dgm:prSet/>
      <dgm:spPr/>
      <dgm:t>
        <a:bodyPr/>
        <a:lstStyle/>
        <a:p>
          <a:endParaRPr lang="en-US"/>
        </a:p>
      </dgm:t>
    </dgm:pt>
    <dgm:pt modelId="{1BEA892B-40F9-6F43-9050-A09FAE2924C0}">
      <dgm:prSet/>
      <dgm:spPr/>
      <dgm:t>
        <a:bodyPr/>
        <a:lstStyle/>
        <a:p>
          <a:r>
            <a:rPr lang="en-US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Skips any car already at committed capacity</a:t>
          </a:r>
          <a:endParaRPr lang="en-US" dirty="0"/>
        </a:p>
      </dgm:t>
    </dgm:pt>
    <dgm:pt modelId="{361F33B0-A977-1F48-900D-181735728F0D}" type="parTrans" cxnId="{41BBA43A-AF69-5D4B-9AD3-41B846029F16}">
      <dgm:prSet/>
      <dgm:spPr/>
      <dgm:t>
        <a:bodyPr/>
        <a:lstStyle/>
        <a:p>
          <a:endParaRPr lang="en-US"/>
        </a:p>
      </dgm:t>
    </dgm:pt>
    <dgm:pt modelId="{D292E03F-B262-664C-90C2-35E0F02F2367}" type="sibTrans" cxnId="{41BBA43A-AF69-5D4B-9AD3-41B846029F16}">
      <dgm:prSet/>
      <dgm:spPr/>
      <dgm:t>
        <a:bodyPr/>
        <a:lstStyle/>
        <a:p>
          <a:endParaRPr lang="en-US"/>
        </a:p>
      </dgm:t>
    </dgm:pt>
    <dgm:pt modelId="{2FF70E1D-E913-6346-BC1C-005F5B0D4A7F}">
      <dgm:prSet/>
      <dgm:spPr/>
      <dgm:t>
        <a:bodyPr/>
        <a:lstStyle/>
        <a:p>
          <a:r>
            <a:rPr lang="en-US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Greedy — decides from current state only, no lookahead</a:t>
          </a:r>
          <a:endParaRPr lang="en-US" dirty="0"/>
        </a:p>
      </dgm:t>
    </dgm:pt>
    <dgm:pt modelId="{F426D35F-FAA9-5D41-91A4-7DADB13CBE3D}" type="parTrans" cxnId="{4741BBE0-0DEF-7A4E-BA06-F13545357239}">
      <dgm:prSet/>
      <dgm:spPr/>
      <dgm:t>
        <a:bodyPr/>
        <a:lstStyle/>
        <a:p>
          <a:endParaRPr lang="en-US"/>
        </a:p>
      </dgm:t>
    </dgm:pt>
    <dgm:pt modelId="{19D48FF4-6234-B14F-8517-5DE5324DD53B}" type="sibTrans" cxnId="{4741BBE0-0DEF-7A4E-BA06-F13545357239}">
      <dgm:prSet/>
      <dgm:spPr/>
      <dgm:t>
        <a:bodyPr/>
        <a:lstStyle/>
        <a:p>
          <a:endParaRPr lang="en-US"/>
        </a:p>
      </dgm:t>
    </dgm:pt>
    <dgm:pt modelId="{5631851C-63FA-3F40-BC9C-22971660527E}">
      <dgm:prSet/>
      <dgm:spPr/>
      <dgm:t>
        <a:bodyPr/>
        <a:lstStyle/>
        <a:p>
          <a:r>
            <a:rPr lang="en-US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Ignores position, direction, and current path entirely</a:t>
          </a:r>
          <a:endParaRPr lang="en-US" dirty="0"/>
        </a:p>
      </dgm:t>
    </dgm:pt>
    <dgm:pt modelId="{2798A189-E9B4-D847-B5F0-709C06C59A53}" type="parTrans" cxnId="{12995766-DFDB-CD40-A32B-20D360BB66C4}">
      <dgm:prSet/>
      <dgm:spPr/>
      <dgm:t>
        <a:bodyPr/>
        <a:lstStyle/>
        <a:p>
          <a:endParaRPr lang="en-US"/>
        </a:p>
      </dgm:t>
    </dgm:pt>
    <dgm:pt modelId="{F703CADB-4BF9-E14E-81BC-8186AB248DAA}" type="sibTrans" cxnId="{12995766-DFDB-CD40-A32B-20D360BB66C4}">
      <dgm:prSet/>
      <dgm:spPr/>
      <dgm:t>
        <a:bodyPr/>
        <a:lstStyle/>
        <a:p>
          <a:endParaRPr lang="en-US"/>
        </a:p>
      </dgm:t>
    </dgm:pt>
    <dgm:pt modelId="{53AB4D4C-E2DD-7042-9FCD-517588696A05}">
      <dgm:prSet/>
      <dgm:spPr/>
      <dgm:t>
        <a:bodyPr/>
        <a:lstStyle/>
        <a:p>
          <a:r>
            <a:rPr lang="en-US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Still skips any car at committed capacity</a:t>
          </a:r>
          <a:endParaRPr lang="en-US" dirty="0"/>
        </a:p>
      </dgm:t>
    </dgm:pt>
    <dgm:pt modelId="{93DADDD0-8395-BD4D-956D-DFE79284FA15}" type="parTrans" cxnId="{88D69011-E48E-6044-A409-F709EF0A2ADD}">
      <dgm:prSet/>
      <dgm:spPr/>
      <dgm:t>
        <a:bodyPr/>
        <a:lstStyle/>
        <a:p>
          <a:endParaRPr lang="en-US"/>
        </a:p>
      </dgm:t>
    </dgm:pt>
    <dgm:pt modelId="{2D457EE7-F990-184B-B668-AE37B0BD25FB}" type="sibTrans" cxnId="{88D69011-E48E-6044-A409-F709EF0A2ADD}">
      <dgm:prSet/>
      <dgm:spPr/>
      <dgm:t>
        <a:bodyPr/>
        <a:lstStyle/>
        <a:p>
          <a:endParaRPr lang="en-US"/>
        </a:p>
      </dgm:t>
    </dgm:pt>
    <dgm:pt modelId="{B3206D2E-6255-4D4D-8C6D-FFA86C57FE5F}" type="pres">
      <dgm:prSet presAssocID="{84D864DF-D822-1142-994A-BFDB9CBB7F10}" presName="Name0" presStyleCnt="0">
        <dgm:presLayoutVars>
          <dgm:dir/>
          <dgm:animLvl val="lvl"/>
          <dgm:resizeHandles val="exact"/>
        </dgm:presLayoutVars>
      </dgm:prSet>
      <dgm:spPr/>
    </dgm:pt>
    <dgm:pt modelId="{B476B3FE-7C8E-1C4C-8B9B-3DC12E5EDCBA}" type="pres">
      <dgm:prSet presAssocID="{CDE9B745-6724-3743-9888-ABAF293D9850}" presName="composite" presStyleCnt="0"/>
      <dgm:spPr/>
    </dgm:pt>
    <dgm:pt modelId="{68586136-C1C2-6145-AF69-A25502C5BAD5}" type="pres">
      <dgm:prSet presAssocID="{CDE9B745-6724-3743-9888-ABAF293D985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16CF8FF-4B89-7C44-9E98-9603A0AD4D6B}" type="pres">
      <dgm:prSet presAssocID="{CDE9B745-6724-3743-9888-ABAF293D9850}" presName="desTx" presStyleLbl="alignAccFollowNode1" presStyleIdx="0" presStyleCnt="2">
        <dgm:presLayoutVars>
          <dgm:bulletEnabled val="1"/>
        </dgm:presLayoutVars>
      </dgm:prSet>
      <dgm:spPr/>
    </dgm:pt>
    <dgm:pt modelId="{2E5C9420-4C97-CC47-8CCE-298EA3B13765}" type="pres">
      <dgm:prSet presAssocID="{67AD5AA3-5B46-0A4D-B60A-74E7DC191B15}" presName="space" presStyleCnt="0"/>
      <dgm:spPr/>
    </dgm:pt>
    <dgm:pt modelId="{8EA7D0BE-9B03-2E4E-AA20-C25AF89E7F71}" type="pres">
      <dgm:prSet presAssocID="{CAF5C297-F34F-0B4B-B9E2-7D8A0EA0830A}" presName="composite" presStyleCnt="0"/>
      <dgm:spPr/>
    </dgm:pt>
    <dgm:pt modelId="{89E9A97B-0DA9-C64E-B674-A5D759A8F92B}" type="pres">
      <dgm:prSet presAssocID="{CAF5C297-F34F-0B4B-B9E2-7D8A0EA0830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9EDB08-6CB8-0E42-A028-B20B2D072DEB}" type="pres">
      <dgm:prSet presAssocID="{CAF5C297-F34F-0B4B-B9E2-7D8A0EA0830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922E00B-F67D-0B4F-B93A-DACCDDFCFA85}" srcId="{84D864DF-D822-1142-994A-BFDB9CBB7F10}" destId="{CAF5C297-F34F-0B4B-B9E2-7D8A0EA0830A}" srcOrd="1" destOrd="0" parTransId="{BB20B130-4A13-E24B-B6B6-20DB6D120BCA}" sibTransId="{525EECC8-1DA7-B646-8C12-B4F68EC7DB40}"/>
    <dgm:cxn modelId="{8764E70E-BE47-EE40-A21F-59EFFB5D5611}" type="presOf" srcId="{EBE4BA6E-7001-A442-A26E-18722FCFCCFA}" destId="{816CF8FF-4B89-7C44-9E98-9603A0AD4D6B}" srcOrd="0" destOrd="1" presId="urn:microsoft.com/office/officeart/2005/8/layout/hList1"/>
    <dgm:cxn modelId="{88D69011-E48E-6044-A409-F709EF0A2ADD}" srcId="{CAF5C297-F34F-0B4B-B9E2-7D8A0EA0830A}" destId="{53AB4D4C-E2DD-7042-9FCD-517588696A05}" srcOrd="2" destOrd="0" parTransId="{93DADDD0-8395-BD4D-956D-DFE79284FA15}" sibTransId="{2D457EE7-F990-184B-B668-AE37B0BD25FB}"/>
    <dgm:cxn modelId="{7A3A0625-DEB1-5F4C-9E3F-7CC69851A0D1}" type="presOf" srcId="{DECF3BA5-2E66-C54F-AB2E-D4FDFF2EEED7}" destId="{816CF8FF-4B89-7C44-9E98-9603A0AD4D6B}" srcOrd="0" destOrd="2" presId="urn:microsoft.com/office/officeart/2005/8/layout/hList1"/>
    <dgm:cxn modelId="{1581C833-E384-6E4A-80D2-A2E639661597}" type="presOf" srcId="{84D864DF-D822-1142-994A-BFDB9CBB7F10}" destId="{B3206D2E-6255-4D4D-8C6D-FFA86C57FE5F}" srcOrd="0" destOrd="0" presId="urn:microsoft.com/office/officeart/2005/8/layout/hList1"/>
    <dgm:cxn modelId="{3C848937-1629-C745-BD79-C9FDCBC0D5D1}" type="presOf" srcId="{CAF5C297-F34F-0B4B-B9E2-7D8A0EA0830A}" destId="{89E9A97B-0DA9-C64E-B674-A5D759A8F92B}" srcOrd="0" destOrd="0" presId="urn:microsoft.com/office/officeart/2005/8/layout/hList1"/>
    <dgm:cxn modelId="{41BBA43A-AF69-5D4B-9AD3-41B846029F16}" srcId="{CDE9B745-6724-3743-9888-ABAF293D9850}" destId="{1BEA892B-40F9-6F43-9050-A09FAE2924C0}" srcOrd="3" destOrd="0" parTransId="{361F33B0-A977-1F48-900D-181735728F0D}" sibTransId="{D292E03F-B262-664C-90C2-35E0F02F2367}"/>
    <dgm:cxn modelId="{CB0E5C5B-18BD-F340-81AF-DF908129DA64}" srcId="{CDE9B745-6724-3743-9888-ABAF293D9850}" destId="{95D8BB49-8D75-5640-A4D7-60744FEF6157}" srcOrd="0" destOrd="0" parTransId="{20984A81-A3FF-4E4E-90FD-FE6F7E5DE101}" sibTransId="{89E0EE3A-58DA-E444-8208-5C45D2C47908}"/>
    <dgm:cxn modelId="{12995766-DFDB-CD40-A32B-20D360BB66C4}" srcId="{CAF5C297-F34F-0B4B-B9E2-7D8A0EA0830A}" destId="{5631851C-63FA-3F40-BC9C-22971660527E}" srcOrd="1" destOrd="0" parTransId="{2798A189-E9B4-D847-B5F0-709C06C59A53}" sibTransId="{F703CADB-4BF9-E14E-81BC-8186AB248DAA}"/>
    <dgm:cxn modelId="{0130E86D-9F48-E94C-B73B-EECB2F6B3397}" srcId="{CDE9B745-6724-3743-9888-ABAF293D9850}" destId="{DECF3BA5-2E66-C54F-AB2E-D4FDFF2EEED7}" srcOrd="2" destOrd="0" parTransId="{5C018F57-5B8B-4A48-AAAA-5173994C16E9}" sibTransId="{8D6AE221-604A-A744-B40B-328693341697}"/>
    <dgm:cxn modelId="{F57D7C74-2F60-884B-9013-CC644AD7982D}" srcId="{CDE9B745-6724-3743-9888-ABAF293D9850}" destId="{EBE4BA6E-7001-A442-A26E-18722FCFCCFA}" srcOrd="1" destOrd="0" parTransId="{F95D36C3-F6F4-264C-AEFB-CDA9A8EEFD37}" sibTransId="{F3C73317-5540-FD4A-92F8-0A8BA8E186A4}"/>
    <dgm:cxn modelId="{B586129A-E668-EA4C-9941-20A5596A05F8}" type="presOf" srcId="{2FF70E1D-E913-6346-BC1C-005F5B0D4A7F}" destId="{816CF8FF-4B89-7C44-9E98-9603A0AD4D6B}" srcOrd="0" destOrd="4" presId="urn:microsoft.com/office/officeart/2005/8/layout/hList1"/>
    <dgm:cxn modelId="{9FB9209A-7628-1242-9B0F-A5987439B3AE}" type="presOf" srcId="{95D8BB49-8D75-5640-A4D7-60744FEF6157}" destId="{816CF8FF-4B89-7C44-9E98-9603A0AD4D6B}" srcOrd="0" destOrd="0" presId="urn:microsoft.com/office/officeart/2005/8/layout/hList1"/>
    <dgm:cxn modelId="{E1AC05A3-CEB6-2B43-8AD2-04E17C1D305B}" type="presOf" srcId="{53AB4D4C-E2DD-7042-9FCD-517588696A05}" destId="{769EDB08-6CB8-0E42-A028-B20B2D072DEB}" srcOrd="0" destOrd="2" presId="urn:microsoft.com/office/officeart/2005/8/layout/hList1"/>
    <dgm:cxn modelId="{3BB7FDB5-3B9C-DD46-9173-2798784397B7}" srcId="{84D864DF-D822-1142-994A-BFDB9CBB7F10}" destId="{CDE9B745-6724-3743-9888-ABAF293D9850}" srcOrd="0" destOrd="0" parTransId="{284D51AF-A8F8-564E-950D-DE643591B364}" sibTransId="{67AD5AA3-5B46-0A4D-B60A-74E7DC191B15}"/>
    <dgm:cxn modelId="{C484F1CC-D520-764F-AFAA-510670F0BA6C}" type="presOf" srcId="{D7C660BE-2367-D44E-A394-0E547EBF15BF}" destId="{769EDB08-6CB8-0E42-A028-B20B2D072DEB}" srcOrd="0" destOrd="0" presId="urn:microsoft.com/office/officeart/2005/8/layout/hList1"/>
    <dgm:cxn modelId="{1AAECFCE-2D94-904A-9B28-41F04721B76B}" type="presOf" srcId="{1BEA892B-40F9-6F43-9050-A09FAE2924C0}" destId="{816CF8FF-4B89-7C44-9E98-9603A0AD4D6B}" srcOrd="0" destOrd="3" presId="urn:microsoft.com/office/officeart/2005/8/layout/hList1"/>
    <dgm:cxn modelId="{F996B7D3-B71F-954D-AE6E-328797B1F748}" type="presOf" srcId="{CDE9B745-6724-3743-9888-ABAF293D9850}" destId="{68586136-C1C2-6145-AF69-A25502C5BAD5}" srcOrd="0" destOrd="0" presId="urn:microsoft.com/office/officeart/2005/8/layout/hList1"/>
    <dgm:cxn modelId="{BD21D4DA-8488-9549-B6D1-E83E5B8EA97A}" type="presOf" srcId="{5631851C-63FA-3F40-BC9C-22971660527E}" destId="{769EDB08-6CB8-0E42-A028-B20B2D072DEB}" srcOrd="0" destOrd="1" presId="urn:microsoft.com/office/officeart/2005/8/layout/hList1"/>
    <dgm:cxn modelId="{4741BBE0-0DEF-7A4E-BA06-F13545357239}" srcId="{CDE9B745-6724-3743-9888-ABAF293D9850}" destId="{2FF70E1D-E913-6346-BC1C-005F5B0D4A7F}" srcOrd="4" destOrd="0" parTransId="{F426D35F-FAA9-5D41-91A4-7DADB13CBE3D}" sibTransId="{19D48FF4-6234-B14F-8517-5DE5324DD53B}"/>
    <dgm:cxn modelId="{351DF3F6-6F88-2144-A0B5-7595DAECB8FC}" srcId="{CAF5C297-F34F-0B4B-B9E2-7D8A0EA0830A}" destId="{D7C660BE-2367-D44E-A394-0E547EBF15BF}" srcOrd="0" destOrd="0" parTransId="{0BCE4627-EC87-F945-B07D-CA7974D39843}" sibTransId="{3CE32FE6-4B66-B24C-AB8B-26724038D42F}"/>
    <dgm:cxn modelId="{6DF1F7B0-0E93-9448-8AB3-F14864511B89}" type="presParOf" srcId="{B3206D2E-6255-4D4D-8C6D-FFA86C57FE5F}" destId="{B476B3FE-7C8E-1C4C-8B9B-3DC12E5EDCBA}" srcOrd="0" destOrd="0" presId="urn:microsoft.com/office/officeart/2005/8/layout/hList1"/>
    <dgm:cxn modelId="{792D50F3-15D8-A941-94BA-A510081921FE}" type="presParOf" srcId="{B476B3FE-7C8E-1C4C-8B9B-3DC12E5EDCBA}" destId="{68586136-C1C2-6145-AF69-A25502C5BAD5}" srcOrd="0" destOrd="0" presId="urn:microsoft.com/office/officeart/2005/8/layout/hList1"/>
    <dgm:cxn modelId="{518A4058-D16C-9741-B83F-4970026D33AE}" type="presParOf" srcId="{B476B3FE-7C8E-1C4C-8B9B-3DC12E5EDCBA}" destId="{816CF8FF-4B89-7C44-9E98-9603A0AD4D6B}" srcOrd="1" destOrd="0" presId="urn:microsoft.com/office/officeart/2005/8/layout/hList1"/>
    <dgm:cxn modelId="{57BC135E-A472-024E-9ADB-FEA152952F3D}" type="presParOf" srcId="{B3206D2E-6255-4D4D-8C6D-FFA86C57FE5F}" destId="{2E5C9420-4C97-CC47-8CCE-298EA3B13765}" srcOrd="1" destOrd="0" presId="urn:microsoft.com/office/officeart/2005/8/layout/hList1"/>
    <dgm:cxn modelId="{D9855233-0B8C-6F45-B6FF-E40294A4A54A}" type="presParOf" srcId="{B3206D2E-6255-4D4D-8C6D-FFA86C57FE5F}" destId="{8EA7D0BE-9B03-2E4E-AA20-C25AF89E7F71}" srcOrd="2" destOrd="0" presId="urn:microsoft.com/office/officeart/2005/8/layout/hList1"/>
    <dgm:cxn modelId="{E444DF28-57B9-4445-86B9-8C398BEC2DD8}" type="presParOf" srcId="{8EA7D0BE-9B03-2E4E-AA20-C25AF89E7F71}" destId="{89E9A97B-0DA9-C64E-B674-A5D759A8F92B}" srcOrd="0" destOrd="0" presId="urn:microsoft.com/office/officeart/2005/8/layout/hList1"/>
    <dgm:cxn modelId="{6609AAB7-7B49-8B46-B80D-ED7B01F5FA69}" type="presParOf" srcId="{8EA7D0BE-9B03-2E4E-AA20-C25AF89E7F71}" destId="{769EDB08-6CB8-0E42-A028-B20B2D072DE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91B74-6133-E448-9661-31A0087C044F}">
      <dsp:nvSpPr>
        <dsp:cNvPr id="0" name=""/>
        <dsp:cNvSpPr/>
      </dsp:nvSpPr>
      <dsp:spPr>
        <a:xfrm>
          <a:off x="0" y="0"/>
          <a:ext cx="9651999" cy="91760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Multi-elevator building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Configure elevator count, floor count, per-car capacity</a:t>
          </a:r>
        </a:p>
      </dsp:txBody>
      <dsp:txXfrm>
        <a:off x="2022160" y="0"/>
        <a:ext cx="7629839" cy="917607"/>
      </dsp:txXfrm>
    </dsp:sp>
    <dsp:sp modelId="{6B348927-2E3E-5244-AAA9-5951A8D90EC3}">
      <dsp:nvSpPr>
        <dsp:cNvPr id="0" name=""/>
        <dsp:cNvSpPr/>
      </dsp:nvSpPr>
      <dsp:spPr>
        <a:xfrm>
          <a:off x="91760" y="91760"/>
          <a:ext cx="1930400" cy="73408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1000" b="-8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38A1D-11C6-274F-B88D-3992220CE97D}">
      <dsp:nvSpPr>
        <dsp:cNvPr id="0" name=""/>
        <dsp:cNvSpPr/>
      </dsp:nvSpPr>
      <dsp:spPr>
        <a:xfrm>
          <a:off x="0" y="1009368"/>
          <a:ext cx="9651999" cy="91760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Timed requests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Every passenger specifies an origin, destination, and exact time (tick) they appear</a:t>
          </a:r>
        </a:p>
      </dsp:txBody>
      <dsp:txXfrm>
        <a:off x="2022160" y="1009368"/>
        <a:ext cx="7629839" cy="917607"/>
      </dsp:txXfrm>
    </dsp:sp>
    <dsp:sp modelId="{8150AC55-FA5B-3B48-8AEE-F1675D6CB558}">
      <dsp:nvSpPr>
        <dsp:cNvPr id="0" name=""/>
        <dsp:cNvSpPr/>
      </dsp:nvSpPr>
      <dsp:spPr>
        <a:xfrm>
          <a:off x="91760" y="1101129"/>
          <a:ext cx="1930400" cy="73408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81000" b="-8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9C874-56A2-A541-8FE1-4091C60D22CA}">
      <dsp:nvSpPr>
        <dsp:cNvPr id="0" name=""/>
        <dsp:cNvSpPr/>
      </dsp:nvSpPr>
      <dsp:spPr>
        <a:xfrm>
          <a:off x="0" y="2018736"/>
          <a:ext cx="9651999" cy="91760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Destination dispatch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Each request is assigned straight to a specific car, not a shared hallway button</a:t>
          </a:r>
        </a:p>
      </dsp:txBody>
      <dsp:txXfrm>
        <a:off x="2022160" y="2018736"/>
        <a:ext cx="7629839" cy="917607"/>
      </dsp:txXfrm>
    </dsp:sp>
    <dsp:sp modelId="{B99D021F-2400-2E4E-AE6D-B91B7B6F3498}">
      <dsp:nvSpPr>
        <dsp:cNvPr id="0" name=""/>
        <dsp:cNvSpPr/>
      </dsp:nvSpPr>
      <dsp:spPr>
        <a:xfrm>
          <a:off x="91760" y="2110497"/>
          <a:ext cx="1930400" cy="73408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81000" b="-8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0F29B-A55E-0A48-96A7-A450C5252065}">
      <dsp:nvSpPr>
        <dsp:cNvPr id="0" name=""/>
        <dsp:cNvSpPr/>
      </dsp:nvSpPr>
      <dsp:spPr>
        <a:xfrm>
          <a:off x="0" y="3028105"/>
          <a:ext cx="9651999" cy="91760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No lookahead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The scheduler only sees requests that have been released</a:t>
          </a:r>
        </a:p>
      </dsp:txBody>
      <dsp:txXfrm>
        <a:off x="2022160" y="3028105"/>
        <a:ext cx="7629839" cy="917607"/>
      </dsp:txXfrm>
    </dsp:sp>
    <dsp:sp modelId="{20EDE824-419B-9C4B-90C6-2C015754F1A8}">
      <dsp:nvSpPr>
        <dsp:cNvPr id="0" name=""/>
        <dsp:cNvSpPr/>
      </dsp:nvSpPr>
      <dsp:spPr>
        <a:xfrm>
          <a:off x="91760" y="3119865"/>
          <a:ext cx="1930400" cy="73408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81000" b="-8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282DB-7E85-6F40-B5E6-4F33AECA6D5D}">
      <dsp:nvSpPr>
        <dsp:cNvPr id="0" name=""/>
        <dsp:cNvSpPr/>
      </dsp:nvSpPr>
      <dsp:spPr>
        <a:xfrm>
          <a:off x="3487539" y="1026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1: Release requests</a:t>
          </a:r>
        </a:p>
      </dsp:txBody>
      <dsp:txXfrm>
        <a:off x="3656380" y="169867"/>
        <a:ext cx="815239" cy="815239"/>
      </dsp:txXfrm>
    </dsp:sp>
    <dsp:sp modelId="{C25E1204-E81F-A949-BD69-ECED347C2F89}">
      <dsp:nvSpPr>
        <dsp:cNvPr id="0" name=""/>
        <dsp:cNvSpPr/>
      </dsp:nvSpPr>
      <dsp:spPr>
        <a:xfrm rot="1800000">
          <a:off x="4652640" y="811026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4658783" y="865922"/>
        <a:ext cx="213977" cy="233467"/>
      </dsp:txXfrm>
    </dsp:sp>
    <dsp:sp modelId="{ADED09F7-D2E6-964B-A3B9-37FC0ADB2DAB}">
      <dsp:nvSpPr>
        <dsp:cNvPr id="0" name=""/>
        <dsp:cNvSpPr/>
      </dsp:nvSpPr>
      <dsp:spPr>
        <a:xfrm>
          <a:off x="4985484" y="865866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2:Assign elevator </a:t>
          </a:r>
        </a:p>
      </dsp:txBody>
      <dsp:txXfrm>
        <a:off x="5154325" y="1034707"/>
        <a:ext cx="815239" cy="815239"/>
      </dsp:txXfrm>
    </dsp:sp>
    <dsp:sp modelId="{588CEDC4-20E5-C445-8BA4-D11050C7C2D2}">
      <dsp:nvSpPr>
        <dsp:cNvPr id="0" name=""/>
        <dsp:cNvSpPr/>
      </dsp:nvSpPr>
      <dsp:spPr>
        <a:xfrm rot="5400000">
          <a:off x="5409105" y="2103959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5454957" y="2135929"/>
        <a:ext cx="213977" cy="233467"/>
      </dsp:txXfrm>
    </dsp:sp>
    <dsp:sp modelId="{35A4EEB2-040D-5D4D-BFDB-702D9E4561F0}">
      <dsp:nvSpPr>
        <dsp:cNvPr id="0" name=""/>
        <dsp:cNvSpPr/>
      </dsp:nvSpPr>
      <dsp:spPr>
        <a:xfrm>
          <a:off x="4985484" y="2595544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3:Drop off</a:t>
          </a:r>
        </a:p>
      </dsp:txBody>
      <dsp:txXfrm>
        <a:off x="5154325" y="2764385"/>
        <a:ext cx="815239" cy="815239"/>
      </dsp:txXfrm>
    </dsp:sp>
    <dsp:sp modelId="{3A40009C-0C6D-0A42-B3D1-EC7BE8184813}">
      <dsp:nvSpPr>
        <dsp:cNvPr id="0" name=""/>
        <dsp:cNvSpPr/>
      </dsp:nvSpPr>
      <dsp:spPr>
        <a:xfrm rot="9000000">
          <a:off x="4667624" y="3405544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 rot="10800000">
        <a:off x="4753185" y="3460440"/>
        <a:ext cx="213977" cy="233467"/>
      </dsp:txXfrm>
    </dsp:sp>
    <dsp:sp modelId="{5BC00300-284C-034D-B384-5219523DDC17}">
      <dsp:nvSpPr>
        <dsp:cNvPr id="0" name=""/>
        <dsp:cNvSpPr/>
      </dsp:nvSpPr>
      <dsp:spPr>
        <a:xfrm>
          <a:off x="3487539" y="3460384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4: Pick up</a:t>
          </a:r>
        </a:p>
      </dsp:txBody>
      <dsp:txXfrm>
        <a:off x="3656380" y="3629225"/>
        <a:ext cx="815239" cy="815239"/>
      </dsp:txXfrm>
    </dsp:sp>
    <dsp:sp modelId="{08BB824B-2929-C447-9D21-F589D250C1DD}">
      <dsp:nvSpPr>
        <dsp:cNvPr id="0" name=""/>
        <dsp:cNvSpPr/>
      </dsp:nvSpPr>
      <dsp:spPr>
        <a:xfrm rot="12600000">
          <a:off x="3169678" y="3414195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 rot="10800000">
        <a:off x="3255239" y="3514943"/>
        <a:ext cx="213977" cy="233467"/>
      </dsp:txXfrm>
    </dsp:sp>
    <dsp:sp modelId="{85EBD1B1-6B50-A942-A2CF-BE9CD365FF16}">
      <dsp:nvSpPr>
        <dsp:cNvPr id="0" name=""/>
        <dsp:cNvSpPr/>
      </dsp:nvSpPr>
      <dsp:spPr>
        <a:xfrm>
          <a:off x="1989593" y="2595544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5: Move</a:t>
          </a:r>
        </a:p>
      </dsp:txBody>
      <dsp:txXfrm>
        <a:off x="2158434" y="2764385"/>
        <a:ext cx="815239" cy="815239"/>
      </dsp:txXfrm>
    </dsp:sp>
    <dsp:sp modelId="{9B3DC3DB-63A2-E94C-8FEF-607E76A9722C}">
      <dsp:nvSpPr>
        <dsp:cNvPr id="0" name=""/>
        <dsp:cNvSpPr/>
      </dsp:nvSpPr>
      <dsp:spPr>
        <a:xfrm rot="16200000">
          <a:off x="2413213" y="2121262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2459065" y="2244936"/>
        <a:ext cx="213977" cy="233467"/>
      </dsp:txXfrm>
    </dsp:sp>
    <dsp:sp modelId="{FCD7234D-F6CC-A748-988E-967DB77505D2}">
      <dsp:nvSpPr>
        <dsp:cNvPr id="0" name=""/>
        <dsp:cNvSpPr/>
      </dsp:nvSpPr>
      <dsp:spPr>
        <a:xfrm>
          <a:off x="1989593" y="865866"/>
          <a:ext cx="1152921" cy="11529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6: Log Position</a:t>
          </a:r>
        </a:p>
      </dsp:txBody>
      <dsp:txXfrm>
        <a:off x="2158434" y="1034707"/>
        <a:ext cx="815239" cy="815239"/>
      </dsp:txXfrm>
    </dsp:sp>
    <dsp:sp modelId="{C495047D-3634-0B43-B299-295FDF356C7D}">
      <dsp:nvSpPr>
        <dsp:cNvPr id="0" name=""/>
        <dsp:cNvSpPr/>
      </dsp:nvSpPr>
      <dsp:spPr>
        <a:xfrm rot="19800000">
          <a:off x="3154694" y="819677"/>
          <a:ext cx="305681" cy="389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3160837" y="920425"/>
        <a:ext cx="213977" cy="2334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86136-C1C2-6145-AF69-A25502C5BAD5}">
      <dsp:nvSpPr>
        <dsp:cNvPr id="0" name=""/>
        <dsp:cNvSpPr/>
      </dsp:nvSpPr>
      <dsp:spPr>
        <a:xfrm>
          <a:off x="56" y="87593"/>
          <a:ext cx="5412283" cy="9910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Nearest-Car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(default)</a:t>
          </a:r>
        </a:p>
      </dsp:txBody>
      <dsp:txXfrm>
        <a:off x="56" y="87593"/>
        <a:ext cx="5412283" cy="991074"/>
      </dsp:txXfrm>
    </dsp:sp>
    <dsp:sp modelId="{816CF8FF-4B89-7C44-9E98-9603A0AD4D6B}">
      <dsp:nvSpPr>
        <dsp:cNvPr id="0" name=""/>
        <dsp:cNvSpPr/>
      </dsp:nvSpPr>
      <dsp:spPr>
        <a:xfrm>
          <a:off x="56" y="1078667"/>
          <a:ext cx="5412283" cy="3788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2300" kern="1200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Cost = distance to pickup + direction penalty + load penalty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Free pickup when the passenger is already on the car's path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Detour cost added when a car must finish its sweep and reverse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Skips any car already at committed capacity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Greedy — decides from current state only, no lookahead</a:t>
          </a:r>
          <a:endParaRPr lang="en-US" sz="2300" kern="1200" dirty="0"/>
        </a:p>
      </dsp:txBody>
      <dsp:txXfrm>
        <a:off x="56" y="1078667"/>
        <a:ext cx="5412283" cy="3788100"/>
      </dsp:txXfrm>
    </dsp:sp>
    <dsp:sp modelId="{89E9A97B-0DA9-C64E-B674-A5D759A8F92B}">
      <dsp:nvSpPr>
        <dsp:cNvPr id="0" name=""/>
        <dsp:cNvSpPr/>
      </dsp:nvSpPr>
      <dsp:spPr>
        <a:xfrm>
          <a:off x="6170059" y="87593"/>
          <a:ext cx="5412283" cy="9910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Round Robin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(used for comparison)</a:t>
          </a:r>
        </a:p>
      </dsp:txBody>
      <dsp:txXfrm>
        <a:off x="6170059" y="87593"/>
        <a:ext cx="5412283" cy="991074"/>
      </dsp:txXfrm>
    </dsp:sp>
    <dsp:sp modelId="{769EDB08-6CB8-0E42-A028-B20B2D072DEB}">
      <dsp:nvSpPr>
        <dsp:cNvPr id="0" name=""/>
        <dsp:cNvSpPr/>
      </dsp:nvSpPr>
      <dsp:spPr>
        <a:xfrm>
          <a:off x="6170059" y="1078667"/>
          <a:ext cx="5412283" cy="3788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2300" kern="1200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Cycles through elevators in a fixed order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Ignores position, direction, and current path entirely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solidFill>
                <a:srgbClr val="1B1E26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Still skips any car at committed capacity</a:t>
          </a:r>
          <a:endParaRPr lang="en-US" sz="2300" kern="1200" dirty="0"/>
        </a:p>
      </dsp:txBody>
      <dsp:txXfrm>
        <a:off x="6170059" y="1078667"/>
        <a:ext cx="5412283" cy="3788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4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7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1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9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4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2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9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0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8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653C4-E2AA-B245-B9E6-4DB3F0BEC19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A4524-AFC5-1D4F-AED6-77783A3A7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78F2-56A3-CA7B-A589-1D5D600CA9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Elevator Project Submission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884F2-B05E-7E29-AC06-9A996F7EAC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Spencer Zelin</a:t>
            </a:r>
          </a:p>
          <a:p>
            <a:pPr algn="l"/>
            <a:r>
              <a:rPr lang="en-US" dirty="0"/>
              <a:t>7/6/2026</a:t>
            </a:r>
          </a:p>
        </p:txBody>
      </p:sp>
    </p:spTree>
    <p:extLst>
      <p:ext uri="{BB962C8B-B14F-4D97-AF65-F5344CB8AC3E}">
        <p14:creationId xmlns:p14="http://schemas.microsoft.com/office/powerpoint/2010/main" val="161578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25D5-C1FE-1F16-3586-A372412EC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Quant Developer at Blackrock supporting FI (Credit, Munis)</a:t>
            </a:r>
          </a:p>
          <a:p>
            <a:pPr>
              <a:lnSpc>
                <a:spcPct val="150000"/>
              </a:lnSpc>
            </a:pPr>
            <a:r>
              <a:rPr lang="en-US" dirty="0"/>
              <a:t>Grew up in NJ </a:t>
            </a:r>
            <a:r>
              <a:rPr lang="en-US" dirty="0">
                <a:sym typeface="Wingdings" pitchFamily="2" charset="2"/>
              </a:rPr>
              <a:t> M</a:t>
            </a:r>
            <a:r>
              <a:rPr lang="en-US" dirty="0"/>
              <a:t>oved to NYC in </a:t>
            </a:r>
            <a:r>
              <a:rPr lang="en-US" dirty="0" err="1"/>
              <a:t>highschool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IOE @ Michigan; MS Analytics @ </a:t>
            </a:r>
            <a:r>
              <a:rPr lang="en-US" dirty="0" err="1"/>
              <a:t>GaTech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Interests: playing guitar, reading, running/weights, foodie, NY sports</a:t>
            </a:r>
          </a:p>
          <a:p>
            <a:pPr>
              <a:lnSpc>
                <a:spcPct val="150000"/>
              </a:lnSpc>
            </a:pPr>
            <a:r>
              <a:rPr lang="en-US" dirty="0"/>
              <a:t>Fun fact: only red head in my family</a:t>
            </a:r>
          </a:p>
        </p:txBody>
      </p:sp>
    </p:spTree>
    <p:extLst>
      <p:ext uri="{BB962C8B-B14F-4D97-AF65-F5344CB8AC3E}">
        <p14:creationId xmlns:p14="http://schemas.microsoft.com/office/powerpoint/2010/main" val="289540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25D5-C1FE-1F16-3586-A372412EC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845800" cy="3391921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 a simplified simulation of an intelligent elevator system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F1A3675-B3AE-0C95-56DE-992F5CD67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799933"/>
              </p:ext>
            </p:extLst>
          </p:nvPr>
        </p:nvGraphicFramePr>
        <p:xfrm>
          <a:off x="1270000" y="2353469"/>
          <a:ext cx="9652000" cy="3948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332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F467D33-7D18-96A9-0FC6-39564952D43E}"/>
              </a:ext>
            </a:extLst>
          </p:cNvPr>
          <p:cNvSpPr/>
          <p:nvPr/>
        </p:nvSpPr>
        <p:spPr>
          <a:xfrm>
            <a:off x="4913082" y="3835399"/>
            <a:ext cx="2931886" cy="1621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b="1" dirty="0" err="1">
                <a:solidFill>
                  <a:schemeClr val="tx1"/>
                </a:solidFill>
              </a:rPr>
              <a:t>scheduler.py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Pluggable strategy: </a:t>
            </a:r>
          </a:p>
          <a:p>
            <a:r>
              <a:rPr lang="en-US" dirty="0">
                <a:solidFill>
                  <a:schemeClr val="tx1"/>
                </a:solidFill>
              </a:rPr>
              <a:t>Nearest-Car by default, Round-Robin baseline.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58748-49A2-B2CD-AFBA-68904E7B207C}"/>
              </a:ext>
            </a:extLst>
          </p:cNvPr>
          <p:cNvSpPr/>
          <p:nvPr/>
        </p:nvSpPr>
        <p:spPr>
          <a:xfrm>
            <a:off x="1596571" y="1920874"/>
            <a:ext cx="6248397" cy="1625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</a:rPr>
              <a:t>main.py</a:t>
            </a: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main CLI point: </a:t>
            </a:r>
          </a:p>
          <a:p>
            <a:r>
              <a:rPr lang="en-US" dirty="0">
                <a:solidFill>
                  <a:schemeClr val="tx1"/>
                </a:solidFill>
              </a:rPr>
              <a:t>parses </a:t>
            </a:r>
            <a:r>
              <a:rPr lang="en-US" dirty="0" err="1">
                <a:solidFill>
                  <a:schemeClr val="tx1"/>
                </a:solidFill>
              </a:rPr>
              <a:t>args</a:t>
            </a:r>
            <a:r>
              <a:rPr lang="en-US" dirty="0">
                <a:solidFill>
                  <a:schemeClr val="tx1"/>
                </a:solidFill>
              </a:rPr>
              <a:t>, wires up the scheduler and simulation, writes results.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4964C5-8828-D5EC-4FD0-CE286149AEDC}"/>
              </a:ext>
            </a:extLst>
          </p:cNvPr>
          <p:cNvSpPr/>
          <p:nvPr/>
        </p:nvSpPr>
        <p:spPr>
          <a:xfrm>
            <a:off x="8258630" y="1920873"/>
            <a:ext cx="2931886" cy="1621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b="1" dirty="0" err="1">
                <a:solidFill>
                  <a:schemeClr val="tx1"/>
                </a:solidFill>
              </a:rPr>
              <a:t>io_utils.py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CSV parsing, position-log output, and summary statistics.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EF856-9BE0-20C7-4EA9-5CB177B47254}"/>
              </a:ext>
            </a:extLst>
          </p:cNvPr>
          <p:cNvSpPr/>
          <p:nvPr/>
        </p:nvSpPr>
        <p:spPr>
          <a:xfrm>
            <a:off x="1596571" y="3835399"/>
            <a:ext cx="2931886" cy="1621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b="1" dirty="0" err="1">
                <a:solidFill>
                  <a:schemeClr val="tx1"/>
                </a:solidFill>
              </a:rPr>
              <a:t>models.py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Domain state: Passenger, Elevator, Direction, and stop bookkeeping.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6851C-8221-F13F-E788-BFA173449CDD}"/>
              </a:ext>
            </a:extLst>
          </p:cNvPr>
          <p:cNvSpPr/>
          <p:nvPr/>
        </p:nvSpPr>
        <p:spPr>
          <a:xfrm>
            <a:off x="8258630" y="3835399"/>
            <a:ext cx="2931886" cy="16219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b="1" dirty="0" err="1">
                <a:solidFill>
                  <a:schemeClr val="tx1"/>
                </a:solidFill>
              </a:rPr>
              <a:t>simulation.py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Owns the tick loop: release, assign, board, move, log.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Graphic 17" descr="Play">
            <a:extLst>
              <a:ext uri="{FF2B5EF4-FFF2-40B4-BE49-F238E27FC236}">
                <a16:creationId xmlns:a16="http://schemas.microsoft.com/office/drawing/2014/main" id="{17CCF213-4C07-FA0B-6507-4743A4A91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1761" y="2017257"/>
            <a:ext cx="495854" cy="495854"/>
          </a:xfrm>
          <a:prstGeom prst="rect">
            <a:avLst/>
          </a:prstGeom>
        </p:spPr>
      </p:pic>
      <p:pic>
        <p:nvPicPr>
          <p:cNvPr id="20" name="Graphic 19" descr="Daily calendar">
            <a:extLst>
              <a:ext uri="{FF2B5EF4-FFF2-40B4-BE49-F238E27FC236}">
                <a16:creationId xmlns:a16="http://schemas.microsoft.com/office/drawing/2014/main" id="{7D4994E9-1C1F-158D-DA86-77437624C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9789" y="3831389"/>
            <a:ext cx="637826" cy="637826"/>
          </a:xfrm>
          <a:prstGeom prst="rect">
            <a:avLst/>
          </a:prstGeom>
        </p:spPr>
      </p:pic>
      <p:pic>
        <p:nvPicPr>
          <p:cNvPr id="22" name="Graphic 21" descr="Single gear">
            <a:extLst>
              <a:ext uri="{FF2B5EF4-FFF2-40B4-BE49-F238E27FC236}">
                <a16:creationId xmlns:a16="http://schemas.microsoft.com/office/drawing/2014/main" id="{2B2D4ED9-33CD-1DDE-36F6-00178408E9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3699" y="1920873"/>
            <a:ext cx="636816" cy="636816"/>
          </a:xfrm>
          <a:prstGeom prst="rect">
            <a:avLst/>
          </a:prstGeom>
        </p:spPr>
      </p:pic>
      <p:pic>
        <p:nvPicPr>
          <p:cNvPr id="24" name="Graphic 23" descr="Arrow circle">
            <a:extLst>
              <a:ext uri="{FF2B5EF4-FFF2-40B4-BE49-F238E27FC236}">
                <a16:creationId xmlns:a16="http://schemas.microsoft.com/office/drawing/2014/main" id="{092DEFFD-242A-9641-7054-39CA751DA1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06300" y="3831389"/>
            <a:ext cx="684215" cy="684215"/>
          </a:xfrm>
          <a:prstGeom prst="rect">
            <a:avLst/>
          </a:prstGeom>
        </p:spPr>
      </p:pic>
      <p:pic>
        <p:nvPicPr>
          <p:cNvPr id="26" name="Graphic 25" descr="List">
            <a:extLst>
              <a:ext uri="{FF2B5EF4-FFF2-40B4-BE49-F238E27FC236}">
                <a16:creationId xmlns:a16="http://schemas.microsoft.com/office/drawing/2014/main" id="{D1792E65-592E-819B-95EF-17F802EBDB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0965" y="3874931"/>
            <a:ext cx="567492" cy="56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0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Loop Flow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4D19872-13A7-5C0B-5B12-D0154AE7C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974230"/>
              </p:ext>
            </p:extLst>
          </p:nvPr>
        </p:nvGraphicFramePr>
        <p:xfrm>
          <a:off x="-609601" y="1690688"/>
          <a:ext cx="8128000" cy="461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AEE73F-7366-CB38-395D-EB8D2D323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543" y="18221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Loop ends when:</a:t>
            </a:r>
          </a:p>
          <a:p>
            <a:pPr>
              <a:lnSpc>
                <a:spcPct val="150000"/>
              </a:lnSpc>
            </a:pPr>
            <a:r>
              <a:rPr lang="en-US" dirty="0"/>
              <a:t>All requests released</a:t>
            </a:r>
          </a:p>
          <a:p>
            <a:pPr>
              <a:lnSpc>
                <a:spcPct val="150000"/>
              </a:lnSpc>
            </a:pPr>
            <a:r>
              <a:rPr lang="en-US" dirty="0"/>
              <a:t>All passengers delivered</a:t>
            </a:r>
          </a:p>
          <a:p>
            <a:pPr>
              <a:lnSpc>
                <a:spcPct val="150000"/>
              </a:lnSpc>
            </a:pPr>
            <a:r>
              <a:rPr lang="en-US" dirty="0"/>
              <a:t>All elevators idle</a:t>
            </a:r>
          </a:p>
        </p:txBody>
      </p:sp>
    </p:spTree>
    <p:extLst>
      <p:ext uri="{BB962C8B-B14F-4D97-AF65-F5344CB8AC3E}">
        <p14:creationId xmlns:p14="http://schemas.microsoft.com/office/powerpoint/2010/main" val="331318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Options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44DB3C1-C7E5-1F0D-42E9-C3F08B8823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04801"/>
              </p:ext>
            </p:extLst>
          </p:nvPr>
        </p:nvGraphicFramePr>
        <p:xfrm>
          <a:off x="319314" y="1538514"/>
          <a:ext cx="11582400" cy="4954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136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Results: Nearest Wins Every Time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F912CAB3-F005-B88B-E2A8-622ECE93F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3910581"/>
              </p:ext>
            </p:extLst>
          </p:nvPr>
        </p:nvGraphicFramePr>
        <p:xfrm>
          <a:off x="783771" y="2117054"/>
          <a:ext cx="8904514" cy="4740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AC2CC1-454D-22D6-721B-8C9299EBE40D}"/>
              </a:ext>
            </a:extLst>
          </p:cNvPr>
          <p:cNvSpPr txBox="1"/>
          <p:nvPr/>
        </p:nvSpPr>
        <p:spPr>
          <a:xfrm>
            <a:off x="838200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10-request workload · 4 elevators · 60 floors · capacity 8</a:t>
            </a: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52ADF4-4F71-9F40-05AD-4586FB870514}"/>
              </a:ext>
            </a:extLst>
          </p:cNvPr>
          <p:cNvSpPr/>
          <p:nvPr/>
        </p:nvSpPr>
        <p:spPr>
          <a:xfrm>
            <a:off x="9829800" y="2699657"/>
            <a:ext cx="2129972" cy="20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Ticks to Clear Queue: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100 vs 182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(for Round-Robin)</a:t>
            </a:r>
          </a:p>
        </p:txBody>
      </p:sp>
    </p:spTree>
    <p:extLst>
      <p:ext uri="{BB962C8B-B14F-4D97-AF65-F5344CB8AC3E}">
        <p14:creationId xmlns:p14="http://schemas.microsoft.com/office/powerpoint/2010/main" val="1058980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1F1F-9520-66A8-61E7-C09506E3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Log Results: 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3F9BD61D-8215-B875-6ACC-14394D6A0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234523"/>
              </p:ext>
            </p:extLst>
          </p:nvPr>
        </p:nvGraphicFramePr>
        <p:xfrm>
          <a:off x="1455057" y="2359659"/>
          <a:ext cx="9281886" cy="4325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7FB049-2E1F-BB06-79CA-D4938DA9FC5F}"/>
              </a:ext>
            </a:extLst>
          </p:cNvPr>
          <p:cNvSpPr txBox="1"/>
          <p:nvPr/>
        </p:nvSpPr>
        <p:spPr>
          <a:xfrm>
            <a:off x="838200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Floor Positions for Each Elevator – Nearest Car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9732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1F1F-9520-66A8-61E7-C09506E3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9F3A-7F8E-3C64-3B53-0AC1CF87C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218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Addl</a:t>
            </a:r>
            <a:r>
              <a:rPr lang="en-US" dirty="0"/>
              <a:t> strategy testing… zone-based</a:t>
            </a:r>
          </a:p>
          <a:p>
            <a:pPr>
              <a:lnSpc>
                <a:spcPct val="150000"/>
              </a:lnSpc>
            </a:pPr>
            <a:r>
              <a:rPr lang="en-US" dirty="0"/>
              <a:t>Idle repositioning – move idle elevator cars to more ideal positions</a:t>
            </a:r>
          </a:p>
          <a:p>
            <a:pPr>
              <a:lnSpc>
                <a:spcPct val="150000"/>
              </a:lnSpc>
            </a:pPr>
            <a:r>
              <a:rPr lang="en-US" dirty="0"/>
              <a:t>Cap max wait time</a:t>
            </a:r>
          </a:p>
          <a:p>
            <a:pPr>
              <a:lnSpc>
                <a:spcPct val="150000"/>
              </a:lnSpc>
            </a:pPr>
            <a:r>
              <a:rPr lang="en-US" dirty="0"/>
              <a:t>Live visualizations</a:t>
            </a:r>
          </a:p>
          <a:p>
            <a:pPr>
              <a:lnSpc>
                <a:spcPct val="150000"/>
              </a:lnSpc>
            </a:pPr>
            <a:r>
              <a:rPr lang="en-US" dirty="0"/>
              <a:t>Model cost weights based on load </a:t>
            </a:r>
          </a:p>
        </p:txBody>
      </p:sp>
    </p:spTree>
    <p:extLst>
      <p:ext uri="{BB962C8B-B14F-4D97-AF65-F5344CB8AC3E}">
        <p14:creationId xmlns:p14="http://schemas.microsoft.com/office/powerpoint/2010/main" val="6348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251B-CBC9-F409-24A5-F90D14E09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6" y="2585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32930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4E-840F-00B8-9C95-62655B6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Time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C2124C-A7BA-F680-CF3E-F88F719DD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9823"/>
            <a:ext cx="7449456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One tick, one floor, no looking ahead…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time units — one tick = one floor of travel, up or down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syncing to a real clock; ticks are just an integer counter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advances 1 unit at a time, even when requests skip ahead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never sees a request before its own timestamp arrives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140"/>
                </a:solidFill>
                <a:latin typeface="Calibri" pitchFamily="34" charset="0"/>
                <a:cs typeface="Calibri" pitchFamily="34" charset="-120"/>
              </a:rPr>
              <a:t>T = 0 </a:t>
            </a:r>
            <a:r>
              <a:rPr lang="en-US" sz="1900" dirty="0">
                <a:solidFill>
                  <a:srgbClr val="1A2140"/>
                </a:solidFill>
                <a:latin typeface="Calibri" pitchFamily="34" charset="0"/>
                <a:cs typeface="Calibri" pitchFamily="34" charset="-120"/>
                <a:sym typeface="Wingdings" pitchFamily="2" charset="2"/>
              </a:rPr>
              <a:t> 1  2  3 …</a:t>
            </a:r>
            <a:endParaRPr lang="en-US" sz="19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0DB4233-BF4C-8599-AAC3-812EC060C9C6}"/>
              </a:ext>
            </a:extLst>
          </p:cNvPr>
          <p:cNvSpPr/>
          <p:nvPr/>
        </p:nvSpPr>
        <p:spPr>
          <a:xfrm>
            <a:off x="457200" y="146304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F3EB5-ED46-F697-5327-B7A061A4F430}"/>
              </a:ext>
            </a:extLst>
          </p:cNvPr>
          <p:cNvSpPr txBox="1"/>
          <p:nvPr/>
        </p:nvSpPr>
        <p:spPr>
          <a:xfrm>
            <a:off x="8320314" y="1917506"/>
            <a:ext cx="3033486" cy="24468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Input Format:</a:t>
            </a:r>
            <a:endParaRPr lang="en-US" sz="2800" b="1" dirty="0">
              <a:solidFill>
                <a:schemeClr val="accent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 err="1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time,id,source,dest</a:t>
            </a:r>
            <a:endParaRPr lang="en-US" sz="1800" dirty="0">
              <a:solidFill>
                <a:schemeClr val="accent1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0,passenger1,1,51</a:t>
            </a:r>
            <a:endParaRPr lang="en-US" sz="1800" dirty="0">
              <a:solidFill>
                <a:schemeClr val="accent1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0,passenger2,1,37</a:t>
            </a:r>
            <a:endParaRPr lang="en-US" sz="1800" dirty="0">
              <a:solidFill>
                <a:schemeClr val="accent1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10,passenger3,20,1</a:t>
            </a:r>
            <a:endParaRPr lang="en-US" sz="1800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75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4040</TotalTime>
  <Words>518</Words>
  <Application>Microsoft Macintosh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Elevator Project Submission</vt:lpstr>
      <vt:lpstr>About Me</vt:lpstr>
      <vt:lpstr>Background &amp; Problem</vt:lpstr>
      <vt:lpstr>Project Structure</vt:lpstr>
      <vt:lpstr>Simulation Loop Flow</vt:lpstr>
      <vt:lpstr>Scheduling Options</vt:lpstr>
      <vt:lpstr>Scheduling Results: Nearest Wins Every Time</vt:lpstr>
      <vt:lpstr>Elevator Log Results: </vt:lpstr>
      <vt:lpstr>Future Improvements</vt:lpstr>
      <vt:lpstr>APPENDIX</vt:lpstr>
      <vt:lpstr>Input &amp; Time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KKR Elevator Project Submission</dc:title>
  <dc:creator>Spencer Zelin</dc:creator>
  <cp:lastModifiedBy>Spencer Zelin</cp:lastModifiedBy>
  <cp:revision>11</cp:revision>
  <dcterms:created xsi:type="dcterms:W3CDTF">2026-07-02T23:44:32Z</dcterms:created>
  <dcterms:modified xsi:type="dcterms:W3CDTF">2026-07-05T19:04:48Z</dcterms:modified>
</cp:coreProperties>
</file>